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3.xml" ContentType="application/vnd.openxmlformats-officedocument.theme+xml"/>
  <Override PartName="/ppt/tags/tag62.xml" ContentType="application/vnd.openxmlformats-officedocument.presentationml.tags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4.xml" ContentType="application/vnd.openxmlformats-officedocument.theme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heme/theme5.xml" ContentType="application/vnd.openxmlformats-officedocument.theme+xml"/>
  <Override PartName="/ppt/theme/theme6.xml" ContentType="application/vnd.openxmlformats-officedocument.theme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3.xml" ContentType="application/vnd.openxmlformats-officedocument.presentationml.notesSlide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2"/>
    <p:sldMasterId id="2147483665" r:id="rId3"/>
    <p:sldMasterId id="2147483677" r:id="rId4"/>
  </p:sldMasterIdLst>
  <p:notesMasterIdLst>
    <p:notesMasterId r:id="rId14"/>
  </p:notesMasterIdLst>
  <p:handoutMasterIdLst>
    <p:handoutMasterId r:id="rId15"/>
  </p:handoutMasterIdLst>
  <p:sldIdLst>
    <p:sldId id="315" r:id="rId5"/>
    <p:sldId id="258" r:id="rId6"/>
    <p:sldId id="295" r:id="rId7"/>
    <p:sldId id="4350" r:id="rId8"/>
    <p:sldId id="4351" r:id="rId9"/>
    <p:sldId id="4352" r:id="rId10"/>
    <p:sldId id="299" r:id="rId11"/>
    <p:sldId id="4349" r:id="rId12"/>
    <p:sldId id="316" r:id="rId13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E6D1"/>
    <a:srgbClr val="F5DDC6"/>
    <a:srgbClr val="F4DCC5"/>
    <a:srgbClr val="F1CEB0"/>
    <a:srgbClr val="FFFFFF"/>
    <a:srgbClr val="EF0000"/>
    <a:srgbClr val="931919"/>
    <a:srgbClr val="E94657"/>
    <a:srgbClr val="7205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63" autoAdjust="0"/>
    <p:restoredTop sz="94660"/>
  </p:normalViewPr>
  <p:slideViewPr>
    <p:cSldViewPr>
      <p:cViewPr varScale="1">
        <p:scale>
          <a:sx n="72" d="100"/>
          <a:sy n="72" d="100"/>
        </p:scale>
        <p:origin x="468" y="48"/>
      </p:cViewPr>
      <p:guideLst>
        <p:guide orient="horz" pos="222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cs typeface="微软雅黑" panose="020B0502040204020203" charset="-122"/>
              </a:rPr>
              <a:t>2025/11/19</a:t>
            </a:fld>
            <a:endParaRPr lang="zh-CN" altLang="en-US">
              <a:cs typeface="微软雅黑" panose="020B0502040204020203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cs typeface="微软雅黑" panose="020B0502040204020203" charset="-122"/>
              </a:rPr>
              <a:t>‹#›</a:t>
            </a:fld>
            <a:endParaRPr lang="zh-CN" altLang="en-US">
              <a:cs typeface="微软雅黑" panose="020B0502040204020203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fld id="{D2A48B96-639E-45A3-A0BA-2464DFDB1FAA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 Light" panose="020B0502040204020203" charset="-122"/>
        <a:ea typeface="微软雅黑 Light" panose="020B0502040204020203" charset="-122"/>
        <a:cs typeface="微软雅黑" panose="020B0502040204020203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charset="-122"/>
        <a:ea typeface="微软雅黑 Light" panose="020B0502040204020203" charset="-122"/>
        <a:cs typeface="微软雅黑" panose="020B0502040204020203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charset="-122"/>
        <a:ea typeface="微软雅黑 Light" panose="020B0502040204020203" charset="-122"/>
        <a:cs typeface="微软雅黑" panose="020B0502040204020203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charset="-122"/>
        <a:ea typeface="微软雅黑 Light" panose="020B0502040204020203" charset="-122"/>
        <a:cs typeface="微软雅黑" panose="020B0502040204020203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 Light" panose="020B0502040204020203" charset="-122"/>
        <a:ea typeface="微软雅黑 Light" panose="020B0502040204020203" charset="-122"/>
        <a:cs typeface="微软雅黑" panose="020B0502040204020203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FB026A-13E8-48A6-B6F5-06D78204D27A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24885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tags" Target="../tags/tag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3.xml"/><Relationship Id="rId4" Type="http://schemas.openxmlformats.org/officeDocument/2006/relationships/tags" Target="../tags/tag12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8.xml"/><Relationship Id="rId4" Type="http://schemas.openxmlformats.org/officeDocument/2006/relationships/tags" Target="../tags/tag17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23.xml"/><Relationship Id="rId4" Type="http://schemas.openxmlformats.org/officeDocument/2006/relationships/tags" Target="../tags/tag2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tags" Target="../tags/tag26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/Relationships>
</file>

<file path=ppt/slideLayouts/_rels/slideLayout6.xml.rels><?xml version="1.0" encoding="UTF-8" standalone="yes"?>
<Relationships xmlns="http://schemas.openxmlformats.org/package/2006/relationships"><Relationship Id="rId8" Type="http://schemas.openxmlformats.org/officeDocument/2006/relationships/tags" Target="../tags/tag37.xml"/><Relationship Id="rId3" Type="http://schemas.openxmlformats.org/officeDocument/2006/relationships/tags" Target="../tags/tag32.xml"/><Relationship Id="rId7" Type="http://schemas.openxmlformats.org/officeDocument/2006/relationships/tags" Target="../tags/tag36.xml"/><Relationship Id="rId2" Type="http://schemas.openxmlformats.org/officeDocument/2006/relationships/tags" Target="../tags/tag31.xml"/><Relationship Id="rId1" Type="http://schemas.openxmlformats.org/officeDocument/2006/relationships/tags" Target="../tags/tag30.xml"/><Relationship Id="rId6" Type="http://schemas.openxmlformats.org/officeDocument/2006/relationships/tags" Target="../tags/tag35.xml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9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tags" Target="../tags/tag44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52.xml"/><Relationship Id="rId4" Type="http://schemas.openxmlformats.org/officeDocument/2006/relationships/tags" Target="../tags/tag5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6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3.xml"/><Relationship Id="rId1" Type="http://schemas.openxmlformats.org/officeDocument/2006/relationships/tags" Target="../tags/tag62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69.xml"/><Relationship Id="rId1" Type="http://schemas.openxmlformats.org/officeDocument/2006/relationships/tags" Target="../tags/tag68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4.xml"/><Relationship Id="rId2" Type="http://schemas.openxmlformats.org/officeDocument/2006/relationships/tags" Target="../tags/tag71.xml"/><Relationship Id="rId1" Type="http://schemas.openxmlformats.org/officeDocument/2006/relationships/tags" Target="../tags/tag70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76.xml"/><Relationship Id="rId4" Type="http://schemas.openxmlformats.org/officeDocument/2006/relationships/tags" Target="../tags/tag75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tags" Target="../tags/tag79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4" Type="http://schemas.openxmlformats.org/officeDocument/2006/relationships/slideMaster" Target="../slideMasters/slideMaster4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" Type="http://schemas.openxmlformats.org/officeDocument/2006/relationships/tags" Target="../tags/tag80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84.xml"/><Relationship Id="rId4" Type="http://schemas.openxmlformats.org/officeDocument/2006/relationships/tags" Target="../tags/tag83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tags" Target="../tags/tag87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86.xml"/><Relationship Id="rId1" Type="http://schemas.openxmlformats.org/officeDocument/2006/relationships/tags" Target="../tags/tag85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/Relationships>
</file>

<file path=ppt/slideLayouts/_rels/slideLayout35.xml.rels><?xml version="1.0" encoding="UTF-8" standalone="yes"?>
<Relationships xmlns="http://schemas.openxmlformats.org/package/2006/relationships"><Relationship Id="rId8" Type="http://schemas.openxmlformats.org/officeDocument/2006/relationships/tags" Target="../tags/tag98.xml"/><Relationship Id="rId3" Type="http://schemas.openxmlformats.org/officeDocument/2006/relationships/tags" Target="../tags/tag93.xml"/><Relationship Id="rId7" Type="http://schemas.openxmlformats.org/officeDocument/2006/relationships/tags" Target="../tags/tag97.xml"/><Relationship Id="rId2" Type="http://schemas.openxmlformats.org/officeDocument/2006/relationships/tags" Target="../tags/tag92.xml"/><Relationship Id="rId1" Type="http://schemas.openxmlformats.org/officeDocument/2006/relationships/tags" Target="../tags/tag91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9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tags" Target="../tags/tag101.xml"/><Relationship Id="rId2" Type="http://schemas.openxmlformats.org/officeDocument/2006/relationships/tags" Target="../tags/tag100.xml"/><Relationship Id="rId1" Type="http://schemas.openxmlformats.org/officeDocument/2006/relationships/tags" Target="../tags/tag99.xml"/><Relationship Id="rId5" Type="http://schemas.openxmlformats.org/officeDocument/2006/relationships/slideMaster" Target="../slideMasters/slideMaster4.xml"/><Relationship Id="rId4" Type="http://schemas.openxmlformats.org/officeDocument/2006/relationships/tags" Target="../tags/tag102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tags" Target="../tags/tag105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4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tags" Target="../tags/tag108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07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5" Type="http://schemas.openxmlformats.org/officeDocument/2006/relationships/tags" Target="../tags/tag110.xml"/><Relationship Id="rId4" Type="http://schemas.openxmlformats.org/officeDocument/2006/relationships/tags" Target="../tags/tag109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tags" Target="../tags/tag114.xml"/><Relationship Id="rId7" Type="http://schemas.openxmlformats.org/officeDocument/2006/relationships/slideMaster" Target="../slideMasters/slideMaster4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" Type="http://schemas.openxmlformats.org/officeDocument/2006/relationships/tags" Target="../tags/tag118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22.xml"/><Relationship Id="rId4" Type="http://schemas.openxmlformats.org/officeDocument/2006/relationships/tags" Target="../tags/tag12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tags" Target="../tags/tag125.xml"/><Relationship Id="rId2" Type="http://schemas.openxmlformats.org/officeDocument/2006/relationships/tags" Target="../tags/tag124.xml"/><Relationship Id="rId1" Type="http://schemas.openxmlformats.org/officeDocument/2006/relationships/tags" Target="../tags/tag123.xml"/><Relationship Id="rId6" Type="http://schemas.openxmlformats.org/officeDocument/2006/relationships/slideMaster" Target="../slideMasters/slideMaster4.xml"/><Relationship Id="rId5" Type="http://schemas.openxmlformats.org/officeDocument/2006/relationships/tags" Target="../tags/tag127.xml"/><Relationship Id="rId4" Type="http://schemas.openxmlformats.org/officeDocument/2006/relationships/tags" Target="../tags/tag12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ṥļïḑê">
            <a:extLst>
              <a:ext uri="{FF2B5EF4-FFF2-40B4-BE49-F238E27FC236}">
                <a16:creationId xmlns:a16="http://schemas.microsoft.com/office/drawing/2014/main" id="{0165F62C-A758-4400-81FA-163AB7A281B4}"/>
              </a:ext>
            </a:extLst>
          </p:cNvPr>
          <p:cNvGrpSpPr/>
          <p:nvPr userDrawn="1"/>
        </p:nvGrpSpPr>
        <p:grpSpPr>
          <a:xfrm>
            <a:off x="326389" y="346710"/>
            <a:ext cx="425450" cy="530860"/>
            <a:chOff x="996950" y="1409700"/>
            <a:chExt cx="3217863" cy="4044950"/>
          </a:xfrm>
          <a:solidFill>
            <a:srgbClr val="A80C11"/>
          </a:solidFill>
        </p:grpSpPr>
        <p:sp>
          <p:nvSpPr>
            <p:cNvPr id="6" name="ïS1íḑé">
              <a:extLst>
                <a:ext uri="{FF2B5EF4-FFF2-40B4-BE49-F238E27FC236}">
                  <a16:creationId xmlns:a16="http://schemas.microsoft.com/office/drawing/2014/main" id="{2D2836C6-CB91-4D89-9416-17CE30128D2A}"/>
                </a:ext>
              </a:extLst>
            </p:cNvPr>
            <p:cNvSpPr/>
            <p:nvPr/>
          </p:nvSpPr>
          <p:spPr bwMode="auto">
            <a:xfrm>
              <a:off x="996950" y="1409700"/>
              <a:ext cx="3217863" cy="4044950"/>
            </a:xfrm>
            <a:custGeom>
              <a:avLst/>
              <a:gdLst>
                <a:gd name="T0" fmla="*/ 498 w 976"/>
                <a:gd name="T1" fmla="*/ 0 h 1227"/>
                <a:gd name="T2" fmla="*/ 478 w 976"/>
                <a:gd name="T3" fmla="*/ 0 h 1227"/>
                <a:gd name="T4" fmla="*/ 0 w 976"/>
                <a:gd name="T5" fmla="*/ 477 h 1227"/>
                <a:gd name="T6" fmla="*/ 0 w 976"/>
                <a:gd name="T7" fmla="*/ 750 h 1227"/>
                <a:gd name="T8" fmla="*/ 478 w 976"/>
                <a:gd name="T9" fmla="*/ 1227 h 1227"/>
                <a:gd name="T10" fmla="*/ 498 w 976"/>
                <a:gd name="T11" fmla="*/ 1227 h 1227"/>
                <a:gd name="T12" fmla="*/ 976 w 976"/>
                <a:gd name="T13" fmla="*/ 750 h 1227"/>
                <a:gd name="T14" fmla="*/ 976 w 976"/>
                <a:gd name="T15" fmla="*/ 477 h 1227"/>
                <a:gd name="T16" fmla="*/ 498 w 976"/>
                <a:gd name="T17" fmla="*/ 0 h 1227"/>
                <a:gd name="T18" fmla="*/ 963 w 976"/>
                <a:gd name="T19" fmla="*/ 750 h 1227"/>
                <a:gd name="T20" fmla="*/ 498 w 976"/>
                <a:gd name="T21" fmla="*/ 1215 h 1227"/>
                <a:gd name="T22" fmla="*/ 478 w 976"/>
                <a:gd name="T23" fmla="*/ 1215 h 1227"/>
                <a:gd name="T24" fmla="*/ 13 w 976"/>
                <a:gd name="T25" fmla="*/ 750 h 1227"/>
                <a:gd name="T26" fmla="*/ 13 w 976"/>
                <a:gd name="T27" fmla="*/ 477 h 1227"/>
                <a:gd name="T28" fmla="*/ 478 w 976"/>
                <a:gd name="T29" fmla="*/ 12 h 1227"/>
                <a:gd name="T30" fmla="*/ 498 w 976"/>
                <a:gd name="T31" fmla="*/ 12 h 1227"/>
                <a:gd name="T32" fmla="*/ 963 w 976"/>
                <a:gd name="T33" fmla="*/ 477 h 1227"/>
                <a:gd name="T34" fmla="*/ 963 w 976"/>
                <a:gd name="T35" fmla="*/ 750 h 1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6" h="1227">
                  <a:moveTo>
                    <a:pt x="498" y="0"/>
                  </a:moveTo>
                  <a:cubicBezTo>
                    <a:pt x="478" y="0"/>
                    <a:pt x="478" y="0"/>
                    <a:pt x="478" y="0"/>
                  </a:cubicBezTo>
                  <a:cubicBezTo>
                    <a:pt x="215" y="0"/>
                    <a:pt x="0" y="215"/>
                    <a:pt x="0" y="477"/>
                  </a:cubicBezTo>
                  <a:cubicBezTo>
                    <a:pt x="0" y="750"/>
                    <a:pt x="0" y="750"/>
                    <a:pt x="0" y="750"/>
                  </a:cubicBezTo>
                  <a:cubicBezTo>
                    <a:pt x="0" y="1012"/>
                    <a:pt x="215" y="1227"/>
                    <a:pt x="478" y="1227"/>
                  </a:cubicBezTo>
                  <a:cubicBezTo>
                    <a:pt x="498" y="1227"/>
                    <a:pt x="498" y="1227"/>
                    <a:pt x="498" y="1227"/>
                  </a:cubicBezTo>
                  <a:cubicBezTo>
                    <a:pt x="761" y="1227"/>
                    <a:pt x="976" y="1012"/>
                    <a:pt x="976" y="750"/>
                  </a:cubicBezTo>
                  <a:cubicBezTo>
                    <a:pt x="976" y="477"/>
                    <a:pt x="976" y="477"/>
                    <a:pt x="976" y="477"/>
                  </a:cubicBezTo>
                  <a:cubicBezTo>
                    <a:pt x="976" y="215"/>
                    <a:pt x="761" y="0"/>
                    <a:pt x="498" y="0"/>
                  </a:cubicBezTo>
                  <a:close/>
                  <a:moveTo>
                    <a:pt x="963" y="750"/>
                  </a:moveTo>
                  <a:cubicBezTo>
                    <a:pt x="963" y="1005"/>
                    <a:pt x="754" y="1215"/>
                    <a:pt x="498" y="1215"/>
                  </a:cubicBezTo>
                  <a:cubicBezTo>
                    <a:pt x="478" y="1215"/>
                    <a:pt x="478" y="1215"/>
                    <a:pt x="478" y="1215"/>
                  </a:cubicBezTo>
                  <a:cubicBezTo>
                    <a:pt x="222" y="1215"/>
                    <a:pt x="13" y="1005"/>
                    <a:pt x="13" y="750"/>
                  </a:cubicBezTo>
                  <a:cubicBezTo>
                    <a:pt x="13" y="477"/>
                    <a:pt x="13" y="477"/>
                    <a:pt x="13" y="477"/>
                  </a:cubicBezTo>
                  <a:cubicBezTo>
                    <a:pt x="13" y="221"/>
                    <a:pt x="222" y="12"/>
                    <a:pt x="478" y="12"/>
                  </a:cubicBezTo>
                  <a:cubicBezTo>
                    <a:pt x="498" y="12"/>
                    <a:pt x="498" y="12"/>
                    <a:pt x="498" y="12"/>
                  </a:cubicBezTo>
                  <a:cubicBezTo>
                    <a:pt x="754" y="12"/>
                    <a:pt x="963" y="221"/>
                    <a:pt x="963" y="477"/>
                  </a:cubicBezTo>
                  <a:lnTo>
                    <a:pt x="963" y="7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7" name="iŝḻïḍé">
              <a:extLst>
                <a:ext uri="{FF2B5EF4-FFF2-40B4-BE49-F238E27FC236}">
                  <a16:creationId xmlns:a16="http://schemas.microsoft.com/office/drawing/2014/main" id="{3402C1AB-1228-41CB-937E-568872FF284D}"/>
                </a:ext>
              </a:extLst>
            </p:cNvPr>
            <p:cNvSpPr/>
            <p:nvPr/>
          </p:nvSpPr>
          <p:spPr bwMode="auto">
            <a:xfrm>
              <a:off x="2095500" y="1581150"/>
              <a:ext cx="61913" cy="60325"/>
            </a:xfrm>
            <a:custGeom>
              <a:avLst/>
              <a:gdLst>
                <a:gd name="T0" fmla="*/ 9 w 19"/>
                <a:gd name="T1" fmla="*/ 18 h 18"/>
                <a:gd name="T2" fmla="*/ 15 w 19"/>
                <a:gd name="T3" fmla="*/ 18 h 18"/>
                <a:gd name="T4" fmla="*/ 19 w 19"/>
                <a:gd name="T5" fmla="*/ 15 h 18"/>
                <a:gd name="T6" fmla="*/ 0 w 19"/>
                <a:gd name="T7" fmla="*/ 9 h 18"/>
                <a:gd name="T8" fmla="*/ 9 w 19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9" y="18"/>
                  </a:moveTo>
                  <a:cubicBezTo>
                    <a:pt x="15" y="18"/>
                    <a:pt x="15" y="18"/>
                    <a:pt x="15" y="18"/>
                  </a:cubicBezTo>
                  <a:cubicBezTo>
                    <a:pt x="17" y="18"/>
                    <a:pt x="19" y="17"/>
                    <a:pt x="19" y="15"/>
                  </a:cubicBezTo>
                  <a:cubicBezTo>
                    <a:pt x="19" y="8"/>
                    <a:pt x="0" y="0"/>
                    <a:pt x="0" y="9"/>
                  </a:cubicBezTo>
                  <a:cubicBezTo>
                    <a:pt x="0" y="13"/>
                    <a:pt x="5" y="18"/>
                    <a:pt x="9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8" name="ïSľíḋè">
              <a:extLst>
                <a:ext uri="{FF2B5EF4-FFF2-40B4-BE49-F238E27FC236}">
                  <a16:creationId xmlns:a16="http://schemas.microsoft.com/office/drawing/2014/main" id="{F4D877AE-550E-40E6-B396-B20A6178FCE4}"/>
                </a:ext>
              </a:extLst>
            </p:cNvPr>
            <p:cNvSpPr/>
            <p:nvPr/>
          </p:nvSpPr>
          <p:spPr bwMode="auto">
            <a:xfrm>
              <a:off x="1425575" y="1835150"/>
              <a:ext cx="2360613" cy="3194050"/>
            </a:xfrm>
            <a:custGeom>
              <a:avLst/>
              <a:gdLst>
                <a:gd name="T0" fmla="*/ 358 w 716"/>
                <a:gd name="T1" fmla="*/ 0 h 969"/>
                <a:gd name="T2" fmla="*/ 0 w 716"/>
                <a:gd name="T3" fmla="*/ 342 h 969"/>
                <a:gd name="T4" fmla="*/ 0 w 716"/>
                <a:gd name="T5" fmla="*/ 627 h 969"/>
                <a:gd name="T6" fmla="*/ 358 w 716"/>
                <a:gd name="T7" fmla="*/ 969 h 969"/>
                <a:gd name="T8" fmla="*/ 716 w 716"/>
                <a:gd name="T9" fmla="*/ 627 h 969"/>
                <a:gd name="T10" fmla="*/ 716 w 716"/>
                <a:gd name="T11" fmla="*/ 342 h 969"/>
                <a:gd name="T12" fmla="*/ 358 w 716"/>
                <a:gd name="T13" fmla="*/ 0 h 969"/>
                <a:gd name="T14" fmla="*/ 703 w 716"/>
                <a:gd name="T15" fmla="*/ 627 h 969"/>
                <a:gd name="T16" fmla="*/ 358 w 716"/>
                <a:gd name="T17" fmla="*/ 956 h 969"/>
                <a:gd name="T18" fmla="*/ 13 w 716"/>
                <a:gd name="T19" fmla="*/ 627 h 969"/>
                <a:gd name="T20" fmla="*/ 13 w 716"/>
                <a:gd name="T21" fmla="*/ 342 h 969"/>
                <a:gd name="T22" fmla="*/ 358 w 716"/>
                <a:gd name="T23" fmla="*/ 13 h 969"/>
                <a:gd name="T24" fmla="*/ 703 w 716"/>
                <a:gd name="T25" fmla="*/ 342 h 969"/>
                <a:gd name="T26" fmla="*/ 703 w 716"/>
                <a:gd name="T27" fmla="*/ 627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6" h="969">
                  <a:moveTo>
                    <a:pt x="358" y="0"/>
                  </a:moveTo>
                  <a:cubicBezTo>
                    <a:pt x="161" y="0"/>
                    <a:pt x="0" y="154"/>
                    <a:pt x="0" y="342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815"/>
                    <a:pt x="161" y="969"/>
                    <a:pt x="358" y="969"/>
                  </a:cubicBezTo>
                  <a:cubicBezTo>
                    <a:pt x="555" y="969"/>
                    <a:pt x="716" y="815"/>
                    <a:pt x="716" y="627"/>
                  </a:cubicBezTo>
                  <a:cubicBezTo>
                    <a:pt x="716" y="342"/>
                    <a:pt x="716" y="342"/>
                    <a:pt x="716" y="342"/>
                  </a:cubicBezTo>
                  <a:cubicBezTo>
                    <a:pt x="716" y="154"/>
                    <a:pt x="555" y="0"/>
                    <a:pt x="358" y="0"/>
                  </a:cubicBezTo>
                  <a:close/>
                  <a:moveTo>
                    <a:pt x="703" y="627"/>
                  </a:moveTo>
                  <a:cubicBezTo>
                    <a:pt x="703" y="808"/>
                    <a:pt x="548" y="956"/>
                    <a:pt x="358" y="956"/>
                  </a:cubicBezTo>
                  <a:cubicBezTo>
                    <a:pt x="168" y="956"/>
                    <a:pt x="13" y="808"/>
                    <a:pt x="13" y="627"/>
                  </a:cubicBezTo>
                  <a:cubicBezTo>
                    <a:pt x="13" y="342"/>
                    <a:pt x="13" y="342"/>
                    <a:pt x="13" y="342"/>
                  </a:cubicBezTo>
                  <a:cubicBezTo>
                    <a:pt x="13" y="161"/>
                    <a:pt x="168" y="13"/>
                    <a:pt x="358" y="13"/>
                  </a:cubicBezTo>
                  <a:cubicBezTo>
                    <a:pt x="548" y="13"/>
                    <a:pt x="703" y="161"/>
                    <a:pt x="703" y="342"/>
                  </a:cubicBezTo>
                  <a:lnTo>
                    <a:pt x="703" y="6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9" name="i$lîḍé">
              <a:extLst>
                <a:ext uri="{FF2B5EF4-FFF2-40B4-BE49-F238E27FC236}">
                  <a16:creationId xmlns:a16="http://schemas.microsoft.com/office/drawing/2014/main" id="{CDF0E012-F079-497A-8A2B-268A946F187C}"/>
                </a:ext>
              </a:extLst>
            </p:cNvPr>
            <p:cNvSpPr/>
            <p:nvPr/>
          </p:nvSpPr>
          <p:spPr bwMode="auto">
            <a:xfrm>
              <a:off x="2108200" y="5035550"/>
              <a:ext cx="131763" cy="265113"/>
            </a:xfrm>
            <a:custGeom>
              <a:avLst/>
              <a:gdLst>
                <a:gd name="T0" fmla="*/ 0 w 83"/>
                <a:gd name="T1" fmla="*/ 160 h 167"/>
                <a:gd name="T2" fmla="*/ 23 w 83"/>
                <a:gd name="T3" fmla="*/ 167 h 167"/>
                <a:gd name="T4" fmla="*/ 83 w 83"/>
                <a:gd name="T5" fmla="*/ 5 h 167"/>
                <a:gd name="T6" fmla="*/ 60 w 83"/>
                <a:gd name="T7" fmla="*/ 0 h 167"/>
                <a:gd name="T8" fmla="*/ 0 w 83"/>
                <a:gd name="T9" fmla="*/ 16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67">
                  <a:moveTo>
                    <a:pt x="0" y="160"/>
                  </a:moveTo>
                  <a:lnTo>
                    <a:pt x="23" y="167"/>
                  </a:lnTo>
                  <a:lnTo>
                    <a:pt x="83" y="5"/>
                  </a:lnTo>
                  <a:lnTo>
                    <a:pt x="60" y="0"/>
                  </a:lnTo>
                  <a:lnTo>
                    <a:pt x="0" y="1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0" name="íŝlíḓé">
              <a:extLst>
                <a:ext uri="{FF2B5EF4-FFF2-40B4-BE49-F238E27FC236}">
                  <a16:creationId xmlns:a16="http://schemas.microsoft.com/office/drawing/2014/main" id="{6D19EE6C-BB70-4B4B-8E75-9C7960BC0FA6}"/>
                </a:ext>
              </a:extLst>
            </p:cNvPr>
            <p:cNvSpPr/>
            <p:nvPr/>
          </p:nvSpPr>
          <p:spPr bwMode="auto">
            <a:xfrm>
              <a:off x="2579688" y="5081588"/>
              <a:ext cx="193675" cy="274638"/>
            </a:xfrm>
            <a:custGeom>
              <a:avLst/>
              <a:gdLst>
                <a:gd name="T0" fmla="*/ 49 w 59"/>
                <a:gd name="T1" fmla="*/ 51 h 83"/>
                <a:gd name="T2" fmla="*/ 34 w 59"/>
                <a:gd name="T3" fmla="*/ 71 h 83"/>
                <a:gd name="T4" fmla="*/ 18 w 59"/>
                <a:gd name="T5" fmla="*/ 69 h 83"/>
                <a:gd name="T6" fmla="*/ 10 w 59"/>
                <a:gd name="T7" fmla="*/ 59 h 83"/>
                <a:gd name="T8" fmla="*/ 10 w 59"/>
                <a:gd name="T9" fmla="*/ 0 h 83"/>
                <a:gd name="T10" fmla="*/ 0 w 59"/>
                <a:gd name="T11" fmla="*/ 0 h 83"/>
                <a:gd name="T12" fmla="*/ 0 w 59"/>
                <a:gd name="T13" fmla="*/ 60 h 83"/>
                <a:gd name="T14" fmla="*/ 27 w 59"/>
                <a:gd name="T15" fmla="*/ 83 h 83"/>
                <a:gd name="T16" fmla="*/ 31 w 59"/>
                <a:gd name="T17" fmla="*/ 83 h 83"/>
                <a:gd name="T18" fmla="*/ 59 w 59"/>
                <a:gd name="T19" fmla="*/ 57 h 83"/>
                <a:gd name="T20" fmla="*/ 59 w 59"/>
                <a:gd name="T21" fmla="*/ 0 h 83"/>
                <a:gd name="T22" fmla="*/ 49 w 59"/>
                <a:gd name="T23" fmla="*/ 0 h 83"/>
                <a:gd name="T24" fmla="*/ 49 w 59"/>
                <a:gd name="T25" fmla="*/ 5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3">
                  <a:moveTo>
                    <a:pt x="49" y="51"/>
                  </a:moveTo>
                  <a:cubicBezTo>
                    <a:pt x="49" y="60"/>
                    <a:pt x="43" y="72"/>
                    <a:pt x="34" y="71"/>
                  </a:cubicBezTo>
                  <a:cubicBezTo>
                    <a:pt x="18" y="69"/>
                    <a:pt x="18" y="69"/>
                    <a:pt x="18" y="69"/>
                  </a:cubicBezTo>
                  <a:cubicBezTo>
                    <a:pt x="15" y="66"/>
                    <a:pt x="10" y="63"/>
                    <a:pt x="10" y="5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72"/>
                    <a:pt x="15" y="83"/>
                    <a:pt x="27" y="83"/>
                  </a:cubicBezTo>
                  <a:cubicBezTo>
                    <a:pt x="31" y="83"/>
                    <a:pt x="31" y="83"/>
                    <a:pt x="31" y="83"/>
                  </a:cubicBezTo>
                  <a:cubicBezTo>
                    <a:pt x="44" y="83"/>
                    <a:pt x="59" y="70"/>
                    <a:pt x="59" y="5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1" name="îS1îďe">
              <a:extLst>
                <a:ext uri="{FF2B5EF4-FFF2-40B4-BE49-F238E27FC236}">
                  <a16:creationId xmlns:a16="http://schemas.microsoft.com/office/drawing/2014/main" id="{2E86D371-CB4E-42E1-98F3-A75F7D5D67EC}"/>
                </a:ext>
              </a:extLst>
            </p:cNvPr>
            <p:cNvSpPr/>
            <p:nvPr/>
          </p:nvSpPr>
          <p:spPr bwMode="auto">
            <a:xfrm>
              <a:off x="2820988" y="5013325"/>
              <a:ext cx="273050" cy="312738"/>
            </a:xfrm>
            <a:custGeom>
              <a:avLst/>
              <a:gdLst>
                <a:gd name="T0" fmla="*/ 46 w 83"/>
                <a:gd name="T1" fmla="*/ 1 h 95"/>
                <a:gd name="T2" fmla="*/ 63 w 83"/>
                <a:gd name="T3" fmla="*/ 56 h 95"/>
                <a:gd name="T4" fmla="*/ 8 w 83"/>
                <a:gd name="T5" fmla="*/ 15 h 95"/>
                <a:gd name="T6" fmla="*/ 0 w 83"/>
                <a:gd name="T7" fmla="*/ 18 h 95"/>
                <a:gd name="T8" fmla="*/ 25 w 83"/>
                <a:gd name="T9" fmla="*/ 95 h 95"/>
                <a:gd name="T10" fmla="*/ 37 w 83"/>
                <a:gd name="T11" fmla="*/ 92 h 95"/>
                <a:gd name="T12" fmla="*/ 17 w 83"/>
                <a:gd name="T13" fmla="*/ 34 h 95"/>
                <a:gd name="T14" fmla="*/ 72 w 83"/>
                <a:gd name="T15" fmla="*/ 80 h 95"/>
                <a:gd name="T16" fmla="*/ 83 w 83"/>
                <a:gd name="T17" fmla="*/ 77 h 95"/>
                <a:gd name="T18" fmla="*/ 57 w 83"/>
                <a:gd name="T19" fmla="*/ 0 h 95"/>
                <a:gd name="T20" fmla="*/ 46 w 83"/>
                <a:gd name="T21" fmla="*/ 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" h="95">
                  <a:moveTo>
                    <a:pt x="46" y="1"/>
                  </a:moveTo>
                  <a:cubicBezTo>
                    <a:pt x="63" y="56"/>
                    <a:pt x="63" y="56"/>
                    <a:pt x="63" y="56"/>
                  </a:cubicBezTo>
                  <a:cubicBezTo>
                    <a:pt x="53" y="53"/>
                    <a:pt x="16" y="15"/>
                    <a:pt x="8" y="15"/>
                  </a:cubicBezTo>
                  <a:cubicBezTo>
                    <a:pt x="7" y="15"/>
                    <a:pt x="1" y="17"/>
                    <a:pt x="0" y="18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57" y="0"/>
                    <a:pt x="57" y="0"/>
                    <a:pt x="57" y="0"/>
                  </a:cubicBezTo>
                  <a:lnTo>
                    <a:pt x="4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2" name="îṥḷiďê">
              <a:extLst>
                <a:ext uri="{FF2B5EF4-FFF2-40B4-BE49-F238E27FC236}">
                  <a16:creationId xmlns:a16="http://schemas.microsoft.com/office/drawing/2014/main" id="{D0EC8C78-BBB2-438B-8910-A7FB705F9E11}"/>
                </a:ext>
              </a:extLst>
            </p:cNvPr>
            <p:cNvSpPr/>
            <p:nvPr/>
          </p:nvSpPr>
          <p:spPr bwMode="auto">
            <a:xfrm>
              <a:off x="3078163" y="4970463"/>
              <a:ext cx="171450" cy="247650"/>
            </a:xfrm>
            <a:custGeom>
              <a:avLst/>
              <a:gdLst>
                <a:gd name="T0" fmla="*/ 0 w 108"/>
                <a:gd name="T1" fmla="*/ 8 h 156"/>
                <a:gd name="T2" fmla="*/ 89 w 108"/>
                <a:gd name="T3" fmla="*/ 156 h 156"/>
                <a:gd name="T4" fmla="*/ 108 w 108"/>
                <a:gd name="T5" fmla="*/ 145 h 156"/>
                <a:gd name="T6" fmla="*/ 20 w 108"/>
                <a:gd name="T7" fmla="*/ 0 h 156"/>
                <a:gd name="T8" fmla="*/ 0 w 108"/>
                <a:gd name="T9" fmla="*/ 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56">
                  <a:moveTo>
                    <a:pt x="0" y="8"/>
                  </a:moveTo>
                  <a:lnTo>
                    <a:pt x="89" y="156"/>
                  </a:lnTo>
                  <a:lnTo>
                    <a:pt x="108" y="145"/>
                  </a:lnTo>
                  <a:lnTo>
                    <a:pt x="2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3" name="îšľíďê">
              <a:extLst>
                <a:ext uri="{FF2B5EF4-FFF2-40B4-BE49-F238E27FC236}">
                  <a16:creationId xmlns:a16="http://schemas.microsoft.com/office/drawing/2014/main" id="{A6783540-4772-4AEB-84BF-0760250E01EB}"/>
                </a:ext>
              </a:extLst>
            </p:cNvPr>
            <p:cNvSpPr/>
            <p:nvPr/>
          </p:nvSpPr>
          <p:spPr bwMode="auto">
            <a:xfrm>
              <a:off x="3189288" y="4835525"/>
              <a:ext cx="241300" cy="293688"/>
            </a:xfrm>
            <a:custGeom>
              <a:avLst/>
              <a:gdLst>
                <a:gd name="T0" fmla="*/ 48 w 73"/>
                <a:gd name="T1" fmla="*/ 6 h 89"/>
                <a:gd name="T2" fmla="*/ 60 w 73"/>
                <a:gd name="T3" fmla="*/ 69 h 89"/>
                <a:gd name="T4" fmla="*/ 11 w 73"/>
                <a:gd name="T5" fmla="*/ 29 h 89"/>
                <a:gd name="T6" fmla="*/ 0 w 73"/>
                <a:gd name="T7" fmla="*/ 34 h 89"/>
                <a:gd name="T8" fmla="*/ 69 w 73"/>
                <a:gd name="T9" fmla="*/ 89 h 89"/>
                <a:gd name="T10" fmla="*/ 73 w 73"/>
                <a:gd name="T11" fmla="*/ 86 h 89"/>
                <a:gd name="T12" fmla="*/ 58 w 73"/>
                <a:gd name="T13" fmla="*/ 0 h 89"/>
                <a:gd name="T14" fmla="*/ 48 w 73"/>
                <a:gd name="T15" fmla="*/ 6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89">
                  <a:moveTo>
                    <a:pt x="48" y="6"/>
                  </a:moveTo>
                  <a:cubicBezTo>
                    <a:pt x="48" y="25"/>
                    <a:pt x="58" y="50"/>
                    <a:pt x="60" y="69"/>
                  </a:cubicBezTo>
                  <a:cubicBezTo>
                    <a:pt x="52" y="65"/>
                    <a:pt x="12" y="29"/>
                    <a:pt x="11" y="29"/>
                  </a:cubicBezTo>
                  <a:cubicBezTo>
                    <a:pt x="7" y="29"/>
                    <a:pt x="2" y="32"/>
                    <a:pt x="0" y="34"/>
                  </a:cubicBezTo>
                  <a:cubicBezTo>
                    <a:pt x="4" y="39"/>
                    <a:pt x="65" y="89"/>
                    <a:pt x="69" y="89"/>
                  </a:cubicBezTo>
                  <a:cubicBezTo>
                    <a:pt x="69" y="89"/>
                    <a:pt x="72" y="87"/>
                    <a:pt x="73" y="86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5" y="1"/>
                    <a:pt x="48" y="4"/>
                    <a:pt x="4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4" name="işľîḑe">
              <a:extLst>
                <a:ext uri="{FF2B5EF4-FFF2-40B4-BE49-F238E27FC236}">
                  <a16:creationId xmlns:a16="http://schemas.microsoft.com/office/drawing/2014/main" id="{87F992F2-2536-4584-8F23-521EA1374755}"/>
                </a:ext>
              </a:extLst>
            </p:cNvPr>
            <p:cNvSpPr/>
            <p:nvPr/>
          </p:nvSpPr>
          <p:spPr bwMode="auto">
            <a:xfrm>
              <a:off x="1590675" y="4738688"/>
              <a:ext cx="325438" cy="327025"/>
            </a:xfrm>
            <a:custGeom>
              <a:avLst/>
              <a:gdLst>
                <a:gd name="T0" fmla="*/ 189 w 205"/>
                <a:gd name="T1" fmla="*/ 67 h 206"/>
                <a:gd name="T2" fmla="*/ 143 w 205"/>
                <a:gd name="T3" fmla="*/ 115 h 206"/>
                <a:gd name="T4" fmla="*/ 87 w 205"/>
                <a:gd name="T5" fmla="*/ 65 h 206"/>
                <a:gd name="T6" fmla="*/ 131 w 205"/>
                <a:gd name="T7" fmla="*/ 15 h 206"/>
                <a:gd name="T8" fmla="*/ 116 w 205"/>
                <a:gd name="T9" fmla="*/ 0 h 206"/>
                <a:gd name="T10" fmla="*/ 0 w 205"/>
                <a:gd name="T11" fmla="*/ 125 h 206"/>
                <a:gd name="T12" fmla="*/ 12 w 205"/>
                <a:gd name="T13" fmla="*/ 142 h 206"/>
                <a:gd name="T14" fmla="*/ 70 w 205"/>
                <a:gd name="T15" fmla="*/ 81 h 206"/>
                <a:gd name="T16" fmla="*/ 126 w 205"/>
                <a:gd name="T17" fmla="*/ 133 h 206"/>
                <a:gd name="T18" fmla="*/ 70 w 205"/>
                <a:gd name="T19" fmla="*/ 194 h 206"/>
                <a:gd name="T20" fmla="*/ 85 w 205"/>
                <a:gd name="T21" fmla="*/ 206 h 206"/>
                <a:gd name="T22" fmla="*/ 205 w 205"/>
                <a:gd name="T23" fmla="*/ 81 h 206"/>
                <a:gd name="T24" fmla="*/ 189 w 205"/>
                <a:gd name="T25" fmla="*/ 6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" h="206">
                  <a:moveTo>
                    <a:pt x="189" y="67"/>
                  </a:moveTo>
                  <a:lnTo>
                    <a:pt x="143" y="115"/>
                  </a:lnTo>
                  <a:lnTo>
                    <a:pt x="87" y="65"/>
                  </a:lnTo>
                  <a:lnTo>
                    <a:pt x="131" y="15"/>
                  </a:lnTo>
                  <a:lnTo>
                    <a:pt x="116" y="0"/>
                  </a:lnTo>
                  <a:lnTo>
                    <a:pt x="0" y="125"/>
                  </a:lnTo>
                  <a:lnTo>
                    <a:pt x="12" y="142"/>
                  </a:lnTo>
                  <a:lnTo>
                    <a:pt x="70" y="81"/>
                  </a:lnTo>
                  <a:lnTo>
                    <a:pt x="126" y="133"/>
                  </a:lnTo>
                  <a:lnTo>
                    <a:pt x="70" y="194"/>
                  </a:lnTo>
                  <a:lnTo>
                    <a:pt x="85" y="206"/>
                  </a:lnTo>
                  <a:lnTo>
                    <a:pt x="205" y="81"/>
                  </a:lnTo>
                  <a:lnTo>
                    <a:pt x="189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5" name="îsļídê">
              <a:extLst>
                <a:ext uri="{FF2B5EF4-FFF2-40B4-BE49-F238E27FC236}">
                  <a16:creationId xmlns:a16="http://schemas.microsoft.com/office/drawing/2014/main" id="{FBDDB6F3-36C2-45CC-AE97-D7B5B7EA7FB3}"/>
                </a:ext>
              </a:extLst>
            </p:cNvPr>
            <p:cNvSpPr/>
            <p:nvPr/>
          </p:nvSpPr>
          <p:spPr bwMode="auto">
            <a:xfrm>
              <a:off x="1830388" y="4946650"/>
              <a:ext cx="250825" cy="303213"/>
            </a:xfrm>
            <a:custGeom>
              <a:avLst/>
              <a:gdLst>
                <a:gd name="T0" fmla="*/ 67 w 76"/>
                <a:gd name="T1" fmla="*/ 0 h 92"/>
                <a:gd name="T2" fmla="*/ 0 w 76"/>
                <a:gd name="T3" fmla="*/ 57 h 92"/>
                <a:gd name="T4" fmla="*/ 10 w 76"/>
                <a:gd name="T5" fmla="*/ 61 h 92"/>
                <a:gd name="T6" fmla="*/ 28 w 76"/>
                <a:gd name="T7" fmla="*/ 46 h 92"/>
                <a:gd name="T8" fmla="*/ 55 w 76"/>
                <a:gd name="T9" fmla="*/ 66 h 92"/>
                <a:gd name="T10" fmla="*/ 55 w 76"/>
                <a:gd name="T11" fmla="*/ 70 h 92"/>
                <a:gd name="T12" fmla="*/ 53 w 76"/>
                <a:gd name="T13" fmla="*/ 86 h 92"/>
                <a:gd name="T14" fmla="*/ 64 w 76"/>
                <a:gd name="T15" fmla="*/ 92 h 92"/>
                <a:gd name="T16" fmla="*/ 76 w 76"/>
                <a:gd name="T17" fmla="*/ 6 h 92"/>
                <a:gd name="T18" fmla="*/ 67 w 76"/>
                <a:gd name="T19" fmla="*/ 0 h 92"/>
                <a:gd name="T20" fmla="*/ 57 w 76"/>
                <a:gd name="T21" fmla="*/ 52 h 92"/>
                <a:gd name="T22" fmla="*/ 36 w 76"/>
                <a:gd name="T23" fmla="*/ 40 h 92"/>
                <a:gd name="T24" fmla="*/ 63 w 76"/>
                <a:gd name="T25" fmla="*/ 18 h 92"/>
                <a:gd name="T26" fmla="*/ 57 w 76"/>
                <a:gd name="T27" fmla="*/ 5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92">
                  <a:moveTo>
                    <a:pt x="67" y="0"/>
                  </a:moveTo>
                  <a:cubicBezTo>
                    <a:pt x="65" y="0"/>
                    <a:pt x="1" y="54"/>
                    <a:pt x="0" y="57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32" y="49"/>
                    <a:pt x="55" y="61"/>
                    <a:pt x="55" y="66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6" y="4"/>
                    <a:pt x="70" y="0"/>
                    <a:pt x="67" y="0"/>
                  </a:cubicBezTo>
                  <a:close/>
                  <a:moveTo>
                    <a:pt x="57" y="52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63" y="18"/>
                    <a:pt x="63" y="18"/>
                    <a:pt x="63" y="18"/>
                  </a:cubicBezTo>
                  <a:lnTo>
                    <a:pt x="5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6" name="iṧ1iḍè">
              <a:extLst>
                <a:ext uri="{FF2B5EF4-FFF2-40B4-BE49-F238E27FC236}">
                  <a16:creationId xmlns:a16="http://schemas.microsoft.com/office/drawing/2014/main" id="{576B2DE0-7AA6-4F07-9A50-1095D267740E}"/>
                </a:ext>
              </a:extLst>
            </p:cNvPr>
            <p:cNvSpPr/>
            <p:nvPr/>
          </p:nvSpPr>
          <p:spPr bwMode="auto">
            <a:xfrm>
              <a:off x="3436938" y="4689475"/>
              <a:ext cx="293688" cy="300038"/>
            </a:xfrm>
            <a:custGeom>
              <a:avLst/>
              <a:gdLst>
                <a:gd name="T0" fmla="*/ 55 w 89"/>
                <a:gd name="T1" fmla="*/ 76 h 91"/>
                <a:gd name="T2" fmla="*/ 38 w 89"/>
                <a:gd name="T3" fmla="*/ 56 h 91"/>
                <a:gd name="T4" fmla="*/ 61 w 89"/>
                <a:gd name="T5" fmla="*/ 35 h 91"/>
                <a:gd name="T6" fmla="*/ 53 w 89"/>
                <a:gd name="T7" fmla="*/ 26 h 91"/>
                <a:gd name="T8" fmla="*/ 31 w 89"/>
                <a:gd name="T9" fmla="*/ 48 h 91"/>
                <a:gd name="T10" fmla="*/ 15 w 89"/>
                <a:gd name="T11" fmla="*/ 31 h 91"/>
                <a:gd name="T12" fmla="*/ 42 w 89"/>
                <a:gd name="T13" fmla="*/ 6 h 91"/>
                <a:gd name="T14" fmla="*/ 32 w 89"/>
                <a:gd name="T15" fmla="*/ 0 h 91"/>
                <a:gd name="T16" fmla="*/ 0 w 89"/>
                <a:gd name="T17" fmla="*/ 31 h 91"/>
                <a:gd name="T18" fmla="*/ 54 w 89"/>
                <a:gd name="T19" fmla="*/ 91 h 91"/>
                <a:gd name="T20" fmla="*/ 89 w 89"/>
                <a:gd name="T21" fmla="*/ 61 h 91"/>
                <a:gd name="T22" fmla="*/ 82 w 89"/>
                <a:gd name="T23" fmla="*/ 53 h 91"/>
                <a:gd name="T24" fmla="*/ 55 w 89"/>
                <a:gd name="T25" fmla="*/ 76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91">
                  <a:moveTo>
                    <a:pt x="55" y="76"/>
                  </a:moveTo>
                  <a:cubicBezTo>
                    <a:pt x="38" y="56"/>
                    <a:pt x="38" y="56"/>
                    <a:pt x="38" y="56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38" y="4"/>
                    <a:pt x="36" y="0"/>
                    <a:pt x="32" y="0"/>
                  </a:cubicBezTo>
                  <a:cubicBezTo>
                    <a:pt x="31" y="0"/>
                    <a:pt x="2" y="27"/>
                    <a:pt x="0" y="3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2" y="53"/>
                    <a:pt x="82" y="53"/>
                    <a:pt x="82" y="53"/>
                  </a:cubicBezTo>
                  <a:lnTo>
                    <a:pt x="55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7" name="ís1íḑê">
              <a:extLst>
                <a:ext uri="{FF2B5EF4-FFF2-40B4-BE49-F238E27FC236}">
                  <a16:creationId xmlns:a16="http://schemas.microsoft.com/office/drawing/2014/main" id="{8BD5326C-42A9-47B3-98BC-B0A6CA19C1CD}"/>
                </a:ext>
              </a:extLst>
            </p:cNvPr>
            <p:cNvSpPr/>
            <p:nvPr/>
          </p:nvSpPr>
          <p:spPr bwMode="auto">
            <a:xfrm>
              <a:off x="3587750" y="1858963"/>
              <a:ext cx="142875" cy="82550"/>
            </a:xfrm>
            <a:custGeom>
              <a:avLst/>
              <a:gdLst>
                <a:gd name="T0" fmla="*/ 36 w 43"/>
                <a:gd name="T1" fmla="*/ 14 h 25"/>
                <a:gd name="T2" fmla="*/ 32 w 43"/>
                <a:gd name="T3" fmla="*/ 16 h 25"/>
                <a:gd name="T4" fmla="*/ 17 w 43"/>
                <a:gd name="T5" fmla="*/ 16 h 25"/>
                <a:gd name="T6" fmla="*/ 25 w 43"/>
                <a:gd name="T7" fmla="*/ 3 h 25"/>
                <a:gd name="T8" fmla="*/ 20 w 43"/>
                <a:gd name="T9" fmla="*/ 0 h 25"/>
                <a:gd name="T10" fmla="*/ 19 w 43"/>
                <a:gd name="T11" fmla="*/ 0 h 25"/>
                <a:gd name="T12" fmla="*/ 7 w 43"/>
                <a:gd name="T13" fmla="*/ 8 h 25"/>
                <a:gd name="T14" fmla="*/ 9 w 43"/>
                <a:gd name="T15" fmla="*/ 16 h 25"/>
                <a:gd name="T16" fmla="*/ 0 w 43"/>
                <a:gd name="T17" fmla="*/ 17 h 25"/>
                <a:gd name="T18" fmla="*/ 32 w 43"/>
                <a:gd name="T19" fmla="*/ 25 h 25"/>
                <a:gd name="T20" fmla="*/ 34 w 43"/>
                <a:gd name="T21" fmla="*/ 25 h 25"/>
                <a:gd name="T22" fmla="*/ 42 w 43"/>
                <a:gd name="T23" fmla="*/ 18 h 25"/>
                <a:gd name="T24" fmla="*/ 36 w 43"/>
                <a:gd name="T25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25">
                  <a:moveTo>
                    <a:pt x="36" y="14"/>
                  </a:moveTo>
                  <a:cubicBezTo>
                    <a:pt x="35" y="15"/>
                    <a:pt x="34" y="16"/>
                    <a:pt x="32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9" y="9"/>
                    <a:pt x="25" y="6"/>
                    <a:pt x="25" y="3"/>
                  </a:cubicBezTo>
                  <a:cubicBezTo>
                    <a:pt x="25" y="0"/>
                    <a:pt x="23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9" y="6"/>
                    <a:pt x="7" y="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25"/>
                    <a:pt x="22" y="25"/>
                    <a:pt x="32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7" y="25"/>
                    <a:pt x="41" y="22"/>
                    <a:pt x="42" y="18"/>
                  </a:cubicBezTo>
                  <a:cubicBezTo>
                    <a:pt x="43" y="16"/>
                    <a:pt x="38" y="13"/>
                    <a:pt x="36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8" name="îšlídé">
              <a:extLst>
                <a:ext uri="{FF2B5EF4-FFF2-40B4-BE49-F238E27FC236}">
                  <a16:creationId xmlns:a16="http://schemas.microsoft.com/office/drawing/2014/main" id="{4516F01B-FDFC-4E92-B4B5-7A99A562AA6F}"/>
                </a:ext>
              </a:extLst>
            </p:cNvPr>
            <p:cNvSpPr/>
            <p:nvPr/>
          </p:nvSpPr>
          <p:spPr bwMode="auto">
            <a:xfrm>
              <a:off x="3581400" y="4508500"/>
              <a:ext cx="320675" cy="260350"/>
            </a:xfrm>
            <a:custGeom>
              <a:avLst/>
              <a:gdLst>
                <a:gd name="T0" fmla="*/ 49 w 97"/>
                <a:gd name="T1" fmla="*/ 8 h 79"/>
                <a:gd name="T2" fmla="*/ 34 w 97"/>
                <a:gd name="T3" fmla="*/ 0 h 79"/>
                <a:gd name="T4" fmla="*/ 28 w 97"/>
                <a:gd name="T5" fmla="*/ 0 h 79"/>
                <a:gd name="T6" fmla="*/ 0 w 97"/>
                <a:gd name="T7" fmla="*/ 36 h 79"/>
                <a:gd name="T8" fmla="*/ 67 w 97"/>
                <a:gd name="T9" fmla="*/ 79 h 79"/>
                <a:gd name="T10" fmla="*/ 73 w 97"/>
                <a:gd name="T11" fmla="*/ 70 h 79"/>
                <a:gd name="T12" fmla="*/ 42 w 97"/>
                <a:gd name="T13" fmla="*/ 50 h 79"/>
                <a:gd name="T14" fmla="*/ 58 w 97"/>
                <a:gd name="T15" fmla="*/ 31 h 79"/>
                <a:gd name="T16" fmla="*/ 89 w 97"/>
                <a:gd name="T17" fmla="*/ 44 h 79"/>
                <a:gd name="T18" fmla="*/ 97 w 97"/>
                <a:gd name="T19" fmla="*/ 36 h 79"/>
                <a:gd name="T20" fmla="*/ 62 w 97"/>
                <a:gd name="T21" fmla="*/ 21 h 79"/>
                <a:gd name="T22" fmla="*/ 49 w 97"/>
                <a:gd name="T23" fmla="*/ 8 h 79"/>
                <a:gd name="T24" fmla="*/ 43 w 97"/>
                <a:gd name="T25" fmla="*/ 24 h 79"/>
                <a:gd name="T26" fmla="*/ 33 w 97"/>
                <a:gd name="T27" fmla="*/ 43 h 79"/>
                <a:gd name="T28" fmla="*/ 15 w 97"/>
                <a:gd name="T29" fmla="*/ 31 h 79"/>
                <a:gd name="T30" fmla="*/ 31 w 97"/>
                <a:gd name="T31" fmla="*/ 12 h 79"/>
                <a:gd name="T32" fmla="*/ 43 w 97"/>
                <a:gd name="T33" fmla="*/ 21 h 79"/>
                <a:gd name="T34" fmla="*/ 43 w 97"/>
                <a:gd name="T35" fmla="*/ 2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" h="79">
                  <a:moveTo>
                    <a:pt x="49" y="8"/>
                  </a:moveTo>
                  <a:cubicBezTo>
                    <a:pt x="46" y="5"/>
                    <a:pt x="40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2" y="28"/>
                    <a:pt x="0" y="36"/>
                  </a:cubicBezTo>
                  <a:cubicBezTo>
                    <a:pt x="10" y="38"/>
                    <a:pt x="61" y="79"/>
                    <a:pt x="67" y="79"/>
                  </a:cubicBezTo>
                  <a:cubicBezTo>
                    <a:pt x="69" y="79"/>
                    <a:pt x="72" y="72"/>
                    <a:pt x="73" y="7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4" y="45"/>
                    <a:pt x="51" y="31"/>
                    <a:pt x="58" y="31"/>
                  </a:cubicBezTo>
                  <a:cubicBezTo>
                    <a:pt x="66" y="31"/>
                    <a:pt x="83" y="44"/>
                    <a:pt x="89" y="44"/>
                  </a:cubicBezTo>
                  <a:cubicBezTo>
                    <a:pt x="92" y="44"/>
                    <a:pt x="95" y="38"/>
                    <a:pt x="97" y="36"/>
                  </a:cubicBezTo>
                  <a:cubicBezTo>
                    <a:pt x="92" y="33"/>
                    <a:pt x="65" y="21"/>
                    <a:pt x="62" y="21"/>
                  </a:cubicBezTo>
                  <a:cubicBezTo>
                    <a:pt x="46" y="19"/>
                    <a:pt x="59" y="19"/>
                    <a:pt x="49" y="8"/>
                  </a:cubicBezTo>
                  <a:close/>
                  <a:moveTo>
                    <a:pt x="43" y="24"/>
                  </a:moveTo>
                  <a:cubicBezTo>
                    <a:pt x="43" y="30"/>
                    <a:pt x="36" y="39"/>
                    <a:pt x="33" y="43"/>
                  </a:cubicBezTo>
                  <a:cubicBezTo>
                    <a:pt x="30" y="41"/>
                    <a:pt x="15" y="34"/>
                    <a:pt x="15" y="31"/>
                  </a:cubicBezTo>
                  <a:cubicBezTo>
                    <a:pt x="15" y="24"/>
                    <a:pt x="26" y="15"/>
                    <a:pt x="31" y="12"/>
                  </a:cubicBezTo>
                  <a:cubicBezTo>
                    <a:pt x="36" y="13"/>
                    <a:pt x="43" y="15"/>
                    <a:pt x="43" y="21"/>
                  </a:cubicBezTo>
                  <a:lnTo>
                    <a:pt x="4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9" name="iSḻîdé">
              <a:extLst>
                <a:ext uri="{FF2B5EF4-FFF2-40B4-BE49-F238E27FC236}">
                  <a16:creationId xmlns:a16="http://schemas.microsoft.com/office/drawing/2014/main" id="{733019FC-7040-4493-ADD2-4294168D4936}"/>
                </a:ext>
              </a:extLst>
            </p:cNvPr>
            <p:cNvSpPr/>
            <p:nvPr/>
          </p:nvSpPr>
          <p:spPr bwMode="auto">
            <a:xfrm>
              <a:off x="1428750" y="4591050"/>
              <a:ext cx="260350" cy="273050"/>
            </a:xfrm>
            <a:custGeom>
              <a:avLst/>
              <a:gdLst>
                <a:gd name="T0" fmla="*/ 42 w 79"/>
                <a:gd name="T1" fmla="*/ 39 h 83"/>
                <a:gd name="T2" fmla="*/ 33 w 79"/>
                <a:gd name="T3" fmla="*/ 45 h 83"/>
                <a:gd name="T4" fmla="*/ 40 w 79"/>
                <a:gd name="T5" fmla="*/ 56 h 83"/>
                <a:gd name="T6" fmla="*/ 24 w 79"/>
                <a:gd name="T7" fmla="*/ 67 h 83"/>
                <a:gd name="T8" fmla="*/ 11 w 79"/>
                <a:gd name="T9" fmla="*/ 43 h 83"/>
                <a:gd name="T10" fmla="*/ 11 w 79"/>
                <a:gd name="T11" fmla="*/ 40 h 83"/>
                <a:gd name="T12" fmla="*/ 45 w 79"/>
                <a:gd name="T13" fmla="*/ 11 h 83"/>
                <a:gd name="T14" fmla="*/ 49 w 79"/>
                <a:gd name="T15" fmla="*/ 11 h 83"/>
                <a:gd name="T16" fmla="*/ 68 w 79"/>
                <a:gd name="T17" fmla="*/ 33 h 83"/>
                <a:gd name="T18" fmla="*/ 64 w 79"/>
                <a:gd name="T19" fmla="*/ 40 h 83"/>
                <a:gd name="T20" fmla="*/ 68 w 79"/>
                <a:gd name="T21" fmla="*/ 51 h 83"/>
                <a:gd name="T22" fmla="*/ 79 w 79"/>
                <a:gd name="T23" fmla="*/ 31 h 83"/>
                <a:gd name="T24" fmla="*/ 79 w 79"/>
                <a:gd name="T25" fmla="*/ 27 h 83"/>
                <a:gd name="T26" fmla="*/ 52 w 79"/>
                <a:gd name="T27" fmla="*/ 0 h 83"/>
                <a:gd name="T28" fmla="*/ 42 w 79"/>
                <a:gd name="T29" fmla="*/ 0 h 83"/>
                <a:gd name="T30" fmla="*/ 0 w 79"/>
                <a:gd name="T31" fmla="*/ 36 h 83"/>
                <a:gd name="T32" fmla="*/ 0 w 79"/>
                <a:gd name="T33" fmla="*/ 43 h 83"/>
                <a:gd name="T34" fmla="*/ 21 w 79"/>
                <a:gd name="T35" fmla="*/ 83 h 83"/>
                <a:gd name="T36" fmla="*/ 56 w 79"/>
                <a:gd name="T37" fmla="*/ 59 h 83"/>
                <a:gd name="T38" fmla="*/ 42 w 79"/>
                <a:gd name="T3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83">
                  <a:moveTo>
                    <a:pt x="42" y="39"/>
                  </a:moveTo>
                  <a:cubicBezTo>
                    <a:pt x="33" y="45"/>
                    <a:pt x="33" y="45"/>
                    <a:pt x="33" y="45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0" y="62"/>
                    <a:pt x="11" y="51"/>
                    <a:pt x="11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28"/>
                    <a:pt x="32" y="11"/>
                    <a:pt x="45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0" y="11"/>
                    <a:pt x="68" y="21"/>
                    <a:pt x="68" y="33"/>
                  </a:cubicBezTo>
                  <a:cubicBezTo>
                    <a:pt x="68" y="38"/>
                    <a:pt x="64" y="37"/>
                    <a:pt x="64" y="40"/>
                  </a:cubicBezTo>
                  <a:cubicBezTo>
                    <a:pt x="64" y="44"/>
                    <a:pt x="67" y="46"/>
                    <a:pt x="68" y="51"/>
                  </a:cubicBezTo>
                  <a:cubicBezTo>
                    <a:pt x="75" y="49"/>
                    <a:pt x="79" y="40"/>
                    <a:pt x="79" y="31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16"/>
                    <a:pt x="63" y="0"/>
                    <a:pt x="5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8" y="0"/>
                    <a:pt x="0" y="21"/>
                    <a:pt x="0" y="3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57"/>
                    <a:pt x="15" y="72"/>
                    <a:pt x="21" y="83"/>
                  </a:cubicBezTo>
                  <a:cubicBezTo>
                    <a:pt x="56" y="59"/>
                    <a:pt x="56" y="59"/>
                    <a:pt x="56" y="59"/>
                  </a:cubicBezTo>
                  <a:lnTo>
                    <a:pt x="42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0" name="íšľïḋê">
              <a:extLst>
                <a:ext uri="{FF2B5EF4-FFF2-40B4-BE49-F238E27FC236}">
                  <a16:creationId xmlns:a16="http://schemas.microsoft.com/office/drawing/2014/main" id="{750C9C23-DFD3-4102-8171-E46D5F58CEC9}"/>
                </a:ext>
              </a:extLst>
            </p:cNvPr>
            <p:cNvSpPr/>
            <p:nvPr/>
          </p:nvSpPr>
          <p:spPr bwMode="auto">
            <a:xfrm>
              <a:off x="1214438" y="4303713"/>
              <a:ext cx="327025" cy="303213"/>
            </a:xfrm>
            <a:custGeom>
              <a:avLst/>
              <a:gdLst>
                <a:gd name="T0" fmla="*/ 99 w 99"/>
                <a:gd name="T1" fmla="*/ 49 h 92"/>
                <a:gd name="T2" fmla="*/ 96 w 99"/>
                <a:gd name="T3" fmla="*/ 41 h 92"/>
                <a:gd name="T4" fmla="*/ 44 w 99"/>
                <a:gd name="T5" fmla="*/ 71 h 92"/>
                <a:gd name="T6" fmla="*/ 76 w 99"/>
                <a:gd name="T7" fmla="*/ 8 h 92"/>
                <a:gd name="T8" fmla="*/ 71 w 99"/>
                <a:gd name="T9" fmla="*/ 0 h 92"/>
                <a:gd name="T10" fmla="*/ 0 w 99"/>
                <a:gd name="T11" fmla="*/ 40 h 92"/>
                <a:gd name="T12" fmla="*/ 5 w 99"/>
                <a:gd name="T13" fmla="*/ 50 h 92"/>
                <a:gd name="T14" fmla="*/ 57 w 99"/>
                <a:gd name="T15" fmla="*/ 19 h 92"/>
                <a:gd name="T16" fmla="*/ 25 w 99"/>
                <a:gd name="T17" fmla="*/ 83 h 92"/>
                <a:gd name="T18" fmla="*/ 31 w 99"/>
                <a:gd name="T19" fmla="*/ 92 h 92"/>
                <a:gd name="T20" fmla="*/ 99 w 99"/>
                <a:gd name="T21" fmla="*/ 4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92">
                  <a:moveTo>
                    <a:pt x="99" y="49"/>
                  </a:moveTo>
                  <a:cubicBezTo>
                    <a:pt x="99" y="45"/>
                    <a:pt x="97" y="49"/>
                    <a:pt x="96" y="41"/>
                  </a:cubicBezTo>
                  <a:cubicBezTo>
                    <a:pt x="44" y="71"/>
                    <a:pt x="44" y="71"/>
                    <a:pt x="44" y="71"/>
                  </a:cubicBezTo>
                  <a:cubicBezTo>
                    <a:pt x="47" y="60"/>
                    <a:pt x="76" y="13"/>
                    <a:pt x="76" y="8"/>
                  </a:cubicBezTo>
                  <a:cubicBezTo>
                    <a:pt x="76" y="8"/>
                    <a:pt x="71" y="0"/>
                    <a:pt x="7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4" y="27"/>
                    <a:pt x="25" y="80"/>
                    <a:pt x="25" y="83"/>
                  </a:cubicBezTo>
                  <a:cubicBezTo>
                    <a:pt x="25" y="87"/>
                    <a:pt x="28" y="90"/>
                    <a:pt x="31" y="92"/>
                  </a:cubicBezTo>
                  <a:cubicBezTo>
                    <a:pt x="39" y="86"/>
                    <a:pt x="99" y="54"/>
                    <a:pt x="99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1" name="îśľïďe">
              <a:extLst>
                <a:ext uri="{FF2B5EF4-FFF2-40B4-BE49-F238E27FC236}">
                  <a16:creationId xmlns:a16="http://schemas.microsoft.com/office/drawing/2014/main" id="{38D49D8B-BB4F-4888-AF41-9F695C2E5D65}"/>
                </a:ext>
              </a:extLst>
            </p:cNvPr>
            <p:cNvSpPr/>
            <p:nvPr/>
          </p:nvSpPr>
          <p:spPr bwMode="auto">
            <a:xfrm>
              <a:off x="3724275" y="4268788"/>
              <a:ext cx="269875" cy="230188"/>
            </a:xfrm>
            <a:custGeom>
              <a:avLst/>
              <a:gdLst>
                <a:gd name="T0" fmla="*/ 0 w 82"/>
                <a:gd name="T1" fmla="*/ 25 h 70"/>
                <a:gd name="T2" fmla="*/ 0 w 82"/>
                <a:gd name="T3" fmla="*/ 34 h 70"/>
                <a:gd name="T4" fmla="*/ 24 w 82"/>
                <a:gd name="T5" fmla="*/ 52 h 70"/>
                <a:gd name="T6" fmla="*/ 61 w 82"/>
                <a:gd name="T7" fmla="*/ 27 h 70"/>
                <a:gd name="T8" fmla="*/ 71 w 82"/>
                <a:gd name="T9" fmla="*/ 36 h 70"/>
                <a:gd name="T10" fmla="*/ 71 w 82"/>
                <a:gd name="T11" fmla="*/ 39 h 70"/>
                <a:gd name="T12" fmla="*/ 59 w 82"/>
                <a:gd name="T13" fmla="*/ 58 h 70"/>
                <a:gd name="T14" fmla="*/ 48 w 82"/>
                <a:gd name="T15" fmla="*/ 58 h 70"/>
                <a:gd name="T16" fmla="*/ 49 w 82"/>
                <a:gd name="T17" fmla="*/ 70 h 70"/>
                <a:gd name="T18" fmla="*/ 57 w 82"/>
                <a:gd name="T19" fmla="*/ 70 h 70"/>
                <a:gd name="T20" fmla="*/ 82 w 82"/>
                <a:gd name="T21" fmla="*/ 43 h 70"/>
                <a:gd name="T22" fmla="*/ 82 w 82"/>
                <a:gd name="T23" fmla="*/ 33 h 70"/>
                <a:gd name="T24" fmla="*/ 64 w 82"/>
                <a:gd name="T25" fmla="*/ 16 h 70"/>
                <a:gd name="T26" fmla="*/ 55 w 82"/>
                <a:gd name="T27" fmla="*/ 16 h 70"/>
                <a:gd name="T28" fmla="*/ 24 w 82"/>
                <a:gd name="T29" fmla="*/ 40 h 70"/>
                <a:gd name="T30" fmla="*/ 18 w 82"/>
                <a:gd name="T31" fmla="*/ 40 h 70"/>
                <a:gd name="T32" fmla="*/ 11 w 82"/>
                <a:gd name="T33" fmla="*/ 33 h 70"/>
                <a:gd name="T34" fmla="*/ 11 w 82"/>
                <a:gd name="T35" fmla="*/ 27 h 70"/>
                <a:gd name="T36" fmla="*/ 22 w 82"/>
                <a:gd name="T37" fmla="*/ 11 h 70"/>
                <a:gd name="T38" fmla="*/ 31 w 82"/>
                <a:gd name="T39" fmla="*/ 10 h 70"/>
                <a:gd name="T40" fmla="*/ 34 w 82"/>
                <a:gd name="T41" fmla="*/ 0 h 70"/>
                <a:gd name="T42" fmla="*/ 22 w 82"/>
                <a:gd name="T43" fmla="*/ 0 h 70"/>
                <a:gd name="T44" fmla="*/ 0 w 82"/>
                <a:gd name="T45" fmla="*/ 2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2" h="70">
                  <a:moveTo>
                    <a:pt x="0" y="25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45"/>
                    <a:pt x="13" y="52"/>
                    <a:pt x="24" y="52"/>
                  </a:cubicBezTo>
                  <a:cubicBezTo>
                    <a:pt x="38" y="52"/>
                    <a:pt x="48" y="27"/>
                    <a:pt x="61" y="27"/>
                  </a:cubicBezTo>
                  <a:cubicBezTo>
                    <a:pt x="65" y="27"/>
                    <a:pt x="71" y="32"/>
                    <a:pt x="71" y="36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66" y="54"/>
                    <a:pt x="59" y="58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6" y="61"/>
                    <a:pt x="41" y="70"/>
                    <a:pt x="49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67" y="70"/>
                    <a:pt x="82" y="53"/>
                    <a:pt x="82" y="43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25"/>
                    <a:pt x="71" y="16"/>
                    <a:pt x="64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48" y="16"/>
                    <a:pt x="31" y="40"/>
                    <a:pt x="24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4" y="40"/>
                    <a:pt x="11" y="36"/>
                    <a:pt x="11" y="33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1"/>
                    <a:pt x="17" y="11"/>
                    <a:pt x="22" y="11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1" y="0"/>
                    <a:pt x="0" y="16"/>
                    <a:pt x="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2" name="ïṩľiḓé">
              <a:extLst>
                <a:ext uri="{FF2B5EF4-FFF2-40B4-BE49-F238E27FC236}">
                  <a16:creationId xmlns:a16="http://schemas.microsoft.com/office/drawing/2014/main" id="{2229DA3F-9F34-450B-915A-FEE5DBFD4FDA}"/>
                </a:ext>
              </a:extLst>
            </p:cNvPr>
            <p:cNvSpPr/>
            <p:nvPr/>
          </p:nvSpPr>
          <p:spPr bwMode="auto">
            <a:xfrm>
              <a:off x="3802063" y="4143375"/>
              <a:ext cx="271463" cy="107950"/>
            </a:xfrm>
            <a:custGeom>
              <a:avLst/>
              <a:gdLst>
                <a:gd name="T0" fmla="*/ 171 w 171"/>
                <a:gd name="T1" fmla="*/ 41 h 68"/>
                <a:gd name="T2" fmla="*/ 3 w 171"/>
                <a:gd name="T3" fmla="*/ 0 h 68"/>
                <a:gd name="T4" fmla="*/ 0 w 171"/>
                <a:gd name="T5" fmla="*/ 20 h 68"/>
                <a:gd name="T6" fmla="*/ 167 w 171"/>
                <a:gd name="T7" fmla="*/ 68 h 68"/>
                <a:gd name="T8" fmla="*/ 171 w 171"/>
                <a:gd name="T9" fmla="*/ 4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68">
                  <a:moveTo>
                    <a:pt x="171" y="41"/>
                  </a:moveTo>
                  <a:lnTo>
                    <a:pt x="3" y="0"/>
                  </a:lnTo>
                  <a:lnTo>
                    <a:pt x="0" y="20"/>
                  </a:lnTo>
                  <a:lnTo>
                    <a:pt x="167" y="68"/>
                  </a:lnTo>
                  <a:lnTo>
                    <a:pt x="171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3" name="ïŝľîdé">
              <a:extLst>
                <a:ext uri="{FF2B5EF4-FFF2-40B4-BE49-F238E27FC236}">
                  <a16:creationId xmlns:a16="http://schemas.microsoft.com/office/drawing/2014/main" id="{D03B277E-E971-4147-B632-A3E604DAB4FD}"/>
                </a:ext>
              </a:extLst>
            </p:cNvPr>
            <p:cNvSpPr/>
            <p:nvPr/>
          </p:nvSpPr>
          <p:spPr bwMode="auto">
            <a:xfrm>
              <a:off x="1104900" y="4146550"/>
              <a:ext cx="300038" cy="230188"/>
            </a:xfrm>
            <a:custGeom>
              <a:avLst/>
              <a:gdLst>
                <a:gd name="T0" fmla="*/ 85 w 91"/>
                <a:gd name="T1" fmla="*/ 0 h 70"/>
                <a:gd name="T2" fmla="*/ 0 w 91"/>
                <a:gd name="T3" fmla="*/ 0 h 70"/>
                <a:gd name="T4" fmla="*/ 8 w 91"/>
                <a:gd name="T5" fmla="*/ 12 h 70"/>
                <a:gd name="T6" fmla="*/ 28 w 91"/>
                <a:gd name="T7" fmla="*/ 12 h 70"/>
                <a:gd name="T8" fmla="*/ 39 w 91"/>
                <a:gd name="T9" fmla="*/ 42 h 70"/>
                <a:gd name="T10" fmla="*/ 22 w 91"/>
                <a:gd name="T11" fmla="*/ 61 h 70"/>
                <a:gd name="T12" fmla="*/ 25 w 91"/>
                <a:gd name="T13" fmla="*/ 70 h 70"/>
                <a:gd name="T14" fmla="*/ 91 w 91"/>
                <a:gd name="T15" fmla="*/ 9 h 70"/>
                <a:gd name="T16" fmla="*/ 85 w 91"/>
                <a:gd name="T17" fmla="*/ 0 h 70"/>
                <a:gd name="T18" fmla="*/ 47 w 91"/>
                <a:gd name="T19" fmla="*/ 35 h 70"/>
                <a:gd name="T20" fmla="*/ 39 w 91"/>
                <a:gd name="T21" fmla="*/ 12 h 70"/>
                <a:gd name="T22" fmla="*/ 73 w 91"/>
                <a:gd name="T23" fmla="*/ 12 h 70"/>
                <a:gd name="T24" fmla="*/ 47 w 91"/>
                <a:gd name="T2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70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3" y="12"/>
                    <a:pt x="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21"/>
                    <a:pt x="39" y="37"/>
                    <a:pt x="39" y="42"/>
                  </a:cubicBezTo>
                  <a:cubicBezTo>
                    <a:pt x="39" y="45"/>
                    <a:pt x="22" y="55"/>
                    <a:pt x="22" y="61"/>
                  </a:cubicBezTo>
                  <a:cubicBezTo>
                    <a:pt x="22" y="64"/>
                    <a:pt x="24" y="66"/>
                    <a:pt x="25" y="70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90" y="4"/>
                    <a:pt x="90" y="0"/>
                    <a:pt x="85" y="0"/>
                  </a:cubicBezTo>
                  <a:close/>
                  <a:moveTo>
                    <a:pt x="47" y="3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73" y="12"/>
                    <a:pt x="73" y="12"/>
                    <a:pt x="73" y="12"/>
                  </a:cubicBezTo>
                  <a:lnTo>
                    <a:pt x="47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4" name="ïs1ïḋe">
              <a:extLst>
                <a:ext uri="{FF2B5EF4-FFF2-40B4-BE49-F238E27FC236}">
                  <a16:creationId xmlns:a16="http://schemas.microsoft.com/office/drawing/2014/main" id="{589FC78F-9C77-4765-B8D6-51E99E5B9B0F}"/>
                </a:ext>
              </a:extLst>
            </p:cNvPr>
            <p:cNvSpPr/>
            <p:nvPr/>
          </p:nvSpPr>
          <p:spPr bwMode="auto">
            <a:xfrm>
              <a:off x="1076325" y="3840163"/>
              <a:ext cx="282575" cy="196850"/>
            </a:xfrm>
            <a:custGeom>
              <a:avLst/>
              <a:gdLst>
                <a:gd name="T0" fmla="*/ 54 w 178"/>
                <a:gd name="T1" fmla="*/ 103 h 124"/>
                <a:gd name="T2" fmla="*/ 6 w 178"/>
                <a:gd name="T3" fmla="*/ 103 h 124"/>
                <a:gd name="T4" fmla="*/ 6 w 178"/>
                <a:gd name="T5" fmla="*/ 124 h 124"/>
                <a:gd name="T6" fmla="*/ 178 w 178"/>
                <a:gd name="T7" fmla="*/ 118 h 124"/>
                <a:gd name="T8" fmla="*/ 178 w 178"/>
                <a:gd name="T9" fmla="*/ 97 h 124"/>
                <a:gd name="T10" fmla="*/ 112 w 178"/>
                <a:gd name="T11" fmla="*/ 97 h 124"/>
                <a:gd name="T12" fmla="*/ 104 w 178"/>
                <a:gd name="T13" fmla="*/ 25 h 124"/>
                <a:gd name="T14" fmla="*/ 176 w 178"/>
                <a:gd name="T15" fmla="*/ 22 h 124"/>
                <a:gd name="T16" fmla="*/ 176 w 178"/>
                <a:gd name="T17" fmla="*/ 0 h 124"/>
                <a:gd name="T18" fmla="*/ 31 w 178"/>
                <a:gd name="T19" fmla="*/ 6 h 124"/>
                <a:gd name="T20" fmla="*/ 0 w 178"/>
                <a:gd name="T21" fmla="*/ 6 h 124"/>
                <a:gd name="T22" fmla="*/ 0 w 178"/>
                <a:gd name="T23" fmla="*/ 29 h 124"/>
                <a:gd name="T24" fmla="*/ 41 w 178"/>
                <a:gd name="T25" fmla="*/ 27 h 124"/>
                <a:gd name="T26" fmla="*/ 83 w 178"/>
                <a:gd name="T27" fmla="*/ 27 h 124"/>
                <a:gd name="T28" fmla="*/ 87 w 178"/>
                <a:gd name="T29" fmla="*/ 79 h 124"/>
                <a:gd name="T30" fmla="*/ 87 w 178"/>
                <a:gd name="T31" fmla="*/ 101 h 124"/>
                <a:gd name="T32" fmla="*/ 54 w 178"/>
                <a:gd name="T33" fmla="*/ 10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8" h="124">
                  <a:moveTo>
                    <a:pt x="54" y="103"/>
                  </a:moveTo>
                  <a:lnTo>
                    <a:pt x="6" y="103"/>
                  </a:lnTo>
                  <a:lnTo>
                    <a:pt x="6" y="124"/>
                  </a:lnTo>
                  <a:lnTo>
                    <a:pt x="178" y="118"/>
                  </a:lnTo>
                  <a:lnTo>
                    <a:pt x="178" y="97"/>
                  </a:lnTo>
                  <a:lnTo>
                    <a:pt x="112" y="97"/>
                  </a:lnTo>
                  <a:lnTo>
                    <a:pt x="104" y="25"/>
                  </a:lnTo>
                  <a:lnTo>
                    <a:pt x="176" y="22"/>
                  </a:lnTo>
                  <a:lnTo>
                    <a:pt x="176" y="0"/>
                  </a:lnTo>
                  <a:lnTo>
                    <a:pt x="31" y="6"/>
                  </a:lnTo>
                  <a:lnTo>
                    <a:pt x="0" y="6"/>
                  </a:lnTo>
                  <a:lnTo>
                    <a:pt x="0" y="29"/>
                  </a:lnTo>
                  <a:lnTo>
                    <a:pt x="41" y="27"/>
                  </a:lnTo>
                  <a:lnTo>
                    <a:pt x="83" y="27"/>
                  </a:lnTo>
                  <a:lnTo>
                    <a:pt x="87" y="79"/>
                  </a:lnTo>
                  <a:lnTo>
                    <a:pt x="87" y="101"/>
                  </a:lnTo>
                  <a:lnTo>
                    <a:pt x="54" y="1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5" name="iŝļíďè">
              <a:extLst>
                <a:ext uri="{FF2B5EF4-FFF2-40B4-BE49-F238E27FC236}">
                  <a16:creationId xmlns:a16="http://schemas.microsoft.com/office/drawing/2014/main" id="{FC060928-46A5-4BC5-81EC-E08B573DF5A6}"/>
                </a:ext>
              </a:extLst>
            </p:cNvPr>
            <p:cNvSpPr/>
            <p:nvPr/>
          </p:nvSpPr>
          <p:spPr bwMode="auto">
            <a:xfrm>
              <a:off x="3822700" y="3895725"/>
              <a:ext cx="287338" cy="198438"/>
            </a:xfrm>
            <a:custGeom>
              <a:avLst/>
              <a:gdLst>
                <a:gd name="T0" fmla="*/ 7 w 87"/>
                <a:gd name="T1" fmla="*/ 60 h 60"/>
                <a:gd name="T2" fmla="*/ 13 w 87"/>
                <a:gd name="T3" fmla="*/ 60 h 60"/>
                <a:gd name="T4" fmla="*/ 15 w 87"/>
                <a:gd name="T5" fmla="*/ 37 h 60"/>
                <a:gd name="T6" fmla="*/ 87 w 87"/>
                <a:gd name="T7" fmla="*/ 44 h 60"/>
                <a:gd name="T8" fmla="*/ 87 w 87"/>
                <a:gd name="T9" fmla="*/ 33 h 60"/>
                <a:gd name="T10" fmla="*/ 18 w 87"/>
                <a:gd name="T11" fmla="*/ 25 h 60"/>
                <a:gd name="T12" fmla="*/ 17 w 87"/>
                <a:gd name="T13" fmla="*/ 17 h 60"/>
                <a:gd name="T14" fmla="*/ 19 w 87"/>
                <a:gd name="T15" fmla="*/ 0 h 60"/>
                <a:gd name="T16" fmla="*/ 9 w 87"/>
                <a:gd name="T17" fmla="*/ 0 h 60"/>
                <a:gd name="T18" fmla="*/ 5 w 87"/>
                <a:gd name="T19" fmla="*/ 33 h 60"/>
                <a:gd name="T20" fmla="*/ 7 w 87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60">
                  <a:moveTo>
                    <a:pt x="7" y="60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10"/>
                    <a:pt x="7" y="22"/>
                    <a:pt x="5" y="33"/>
                  </a:cubicBezTo>
                  <a:cubicBezTo>
                    <a:pt x="5" y="39"/>
                    <a:pt x="0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6" name="ïṩḻiďè">
              <a:extLst>
                <a:ext uri="{FF2B5EF4-FFF2-40B4-BE49-F238E27FC236}">
                  <a16:creationId xmlns:a16="http://schemas.microsoft.com/office/drawing/2014/main" id="{6B5EA427-9A84-4713-A7FA-CBC3BEB7A5FC}"/>
                </a:ext>
              </a:extLst>
            </p:cNvPr>
            <p:cNvSpPr/>
            <p:nvPr/>
          </p:nvSpPr>
          <p:spPr bwMode="auto">
            <a:xfrm>
              <a:off x="3852863" y="3602038"/>
              <a:ext cx="276225" cy="220663"/>
            </a:xfrm>
            <a:custGeom>
              <a:avLst/>
              <a:gdLst>
                <a:gd name="T0" fmla="*/ 0 w 84"/>
                <a:gd name="T1" fmla="*/ 67 h 67"/>
                <a:gd name="T2" fmla="*/ 47 w 84"/>
                <a:gd name="T3" fmla="*/ 43 h 67"/>
                <a:gd name="T4" fmla="*/ 53 w 84"/>
                <a:gd name="T5" fmla="*/ 43 h 67"/>
                <a:gd name="T6" fmla="*/ 84 w 84"/>
                <a:gd name="T7" fmla="*/ 45 h 67"/>
                <a:gd name="T8" fmla="*/ 84 w 84"/>
                <a:gd name="T9" fmla="*/ 37 h 67"/>
                <a:gd name="T10" fmla="*/ 49 w 84"/>
                <a:gd name="T11" fmla="*/ 32 h 67"/>
                <a:gd name="T12" fmla="*/ 5 w 84"/>
                <a:gd name="T13" fmla="*/ 0 h 67"/>
                <a:gd name="T14" fmla="*/ 4 w 84"/>
                <a:gd name="T15" fmla="*/ 11 h 67"/>
                <a:gd name="T16" fmla="*/ 35 w 84"/>
                <a:gd name="T17" fmla="*/ 36 h 67"/>
                <a:gd name="T18" fmla="*/ 0 w 84"/>
                <a:gd name="T19" fmla="*/ 55 h 67"/>
                <a:gd name="T20" fmla="*/ 0 w 84"/>
                <a:gd name="T2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67">
                  <a:moveTo>
                    <a:pt x="0" y="67"/>
                  </a:moveTo>
                  <a:cubicBezTo>
                    <a:pt x="5" y="64"/>
                    <a:pt x="42" y="43"/>
                    <a:pt x="47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84" y="37"/>
                    <a:pt x="84" y="37"/>
                    <a:pt x="84" y="37"/>
                  </a:cubicBezTo>
                  <a:cubicBezTo>
                    <a:pt x="84" y="30"/>
                    <a:pt x="57" y="32"/>
                    <a:pt x="49" y="3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6"/>
                    <a:pt x="31" y="30"/>
                    <a:pt x="35" y="36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7" name="íṧ1iḍé">
              <a:extLst>
                <a:ext uri="{FF2B5EF4-FFF2-40B4-BE49-F238E27FC236}">
                  <a16:creationId xmlns:a16="http://schemas.microsoft.com/office/drawing/2014/main" id="{6D290041-652F-400E-AA71-E0D91CAE3F49}"/>
                </a:ext>
              </a:extLst>
            </p:cNvPr>
            <p:cNvSpPr/>
            <p:nvPr/>
          </p:nvSpPr>
          <p:spPr bwMode="auto">
            <a:xfrm>
              <a:off x="1082675" y="3568700"/>
              <a:ext cx="273050" cy="185738"/>
            </a:xfrm>
            <a:custGeom>
              <a:avLst/>
              <a:gdLst>
                <a:gd name="T0" fmla="*/ 19 w 83"/>
                <a:gd name="T1" fmla="*/ 56 h 56"/>
                <a:gd name="T2" fmla="*/ 26 w 83"/>
                <a:gd name="T3" fmla="*/ 56 h 56"/>
                <a:gd name="T4" fmla="*/ 59 w 83"/>
                <a:gd name="T5" fmla="*/ 13 h 56"/>
                <a:gd name="T6" fmla="*/ 64 w 83"/>
                <a:gd name="T7" fmla="*/ 13 h 56"/>
                <a:gd name="T8" fmla="*/ 74 w 83"/>
                <a:gd name="T9" fmla="*/ 25 h 56"/>
                <a:gd name="T10" fmla="*/ 74 w 83"/>
                <a:gd name="T11" fmla="*/ 34 h 56"/>
                <a:gd name="T12" fmla="*/ 62 w 83"/>
                <a:gd name="T13" fmla="*/ 44 h 56"/>
                <a:gd name="T14" fmla="*/ 62 w 83"/>
                <a:gd name="T15" fmla="*/ 56 h 56"/>
                <a:gd name="T16" fmla="*/ 83 w 83"/>
                <a:gd name="T17" fmla="*/ 36 h 56"/>
                <a:gd name="T18" fmla="*/ 83 w 83"/>
                <a:gd name="T19" fmla="*/ 22 h 56"/>
                <a:gd name="T20" fmla="*/ 62 w 83"/>
                <a:gd name="T21" fmla="*/ 3 h 56"/>
                <a:gd name="T22" fmla="*/ 58 w 83"/>
                <a:gd name="T23" fmla="*/ 3 h 56"/>
                <a:gd name="T24" fmla="*/ 22 w 83"/>
                <a:gd name="T25" fmla="*/ 46 h 56"/>
                <a:gd name="T26" fmla="*/ 10 w 83"/>
                <a:gd name="T27" fmla="*/ 33 h 56"/>
                <a:gd name="T28" fmla="*/ 10 w 83"/>
                <a:gd name="T29" fmla="*/ 27 h 56"/>
                <a:gd name="T30" fmla="*/ 25 w 83"/>
                <a:gd name="T31" fmla="*/ 12 h 56"/>
                <a:gd name="T32" fmla="*/ 25 w 83"/>
                <a:gd name="T33" fmla="*/ 0 h 56"/>
                <a:gd name="T34" fmla="*/ 0 w 83"/>
                <a:gd name="T35" fmla="*/ 33 h 56"/>
                <a:gd name="T36" fmla="*/ 19 w 83"/>
                <a:gd name="T3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56">
                  <a:moveTo>
                    <a:pt x="19" y="56"/>
                  </a:moveTo>
                  <a:cubicBezTo>
                    <a:pt x="26" y="56"/>
                    <a:pt x="26" y="56"/>
                    <a:pt x="26" y="56"/>
                  </a:cubicBezTo>
                  <a:cubicBezTo>
                    <a:pt x="48" y="56"/>
                    <a:pt x="45" y="13"/>
                    <a:pt x="59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8" y="13"/>
                    <a:pt x="74" y="22"/>
                    <a:pt x="74" y="25"/>
                  </a:cubicBezTo>
                  <a:cubicBezTo>
                    <a:pt x="74" y="34"/>
                    <a:pt x="74" y="34"/>
                    <a:pt x="74" y="34"/>
                  </a:cubicBezTo>
                  <a:cubicBezTo>
                    <a:pt x="74" y="40"/>
                    <a:pt x="68" y="44"/>
                    <a:pt x="62" y="4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72" y="56"/>
                    <a:pt x="83" y="46"/>
                    <a:pt x="83" y="36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3" y="12"/>
                    <a:pt x="73" y="3"/>
                    <a:pt x="62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32" y="3"/>
                    <a:pt x="42" y="46"/>
                    <a:pt x="22" y="46"/>
                  </a:cubicBezTo>
                  <a:cubicBezTo>
                    <a:pt x="14" y="46"/>
                    <a:pt x="10" y="40"/>
                    <a:pt x="10" y="33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18"/>
                    <a:pt x="16" y="12"/>
                    <a:pt x="25" y="12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8" y="0"/>
                    <a:pt x="0" y="14"/>
                    <a:pt x="0" y="33"/>
                  </a:cubicBezTo>
                  <a:cubicBezTo>
                    <a:pt x="0" y="44"/>
                    <a:pt x="8" y="56"/>
                    <a:pt x="19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8" name="isliḓè">
              <a:extLst>
                <a:ext uri="{FF2B5EF4-FFF2-40B4-BE49-F238E27FC236}">
                  <a16:creationId xmlns:a16="http://schemas.microsoft.com/office/drawing/2014/main" id="{F91E50D9-4B39-4220-BE1D-44D60A78CF5C}"/>
                </a:ext>
              </a:extLst>
            </p:cNvPr>
            <p:cNvSpPr/>
            <p:nvPr/>
          </p:nvSpPr>
          <p:spPr bwMode="auto">
            <a:xfrm>
              <a:off x="2108200" y="1498600"/>
              <a:ext cx="333375" cy="415925"/>
            </a:xfrm>
            <a:custGeom>
              <a:avLst/>
              <a:gdLst>
                <a:gd name="T0" fmla="*/ 9 w 101"/>
                <a:gd name="T1" fmla="*/ 58 h 126"/>
                <a:gd name="T2" fmla="*/ 0 w 101"/>
                <a:gd name="T3" fmla="*/ 85 h 126"/>
                <a:gd name="T4" fmla="*/ 29 w 101"/>
                <a:gd name="T5" fmla="*/ 119 h 126"/>
                <a:gd name="T6" fmla="*/ 36 w 101"/>
                <a:gd name="T7" fmla="*/ 92 h 126"/>
                <a:gd name="T8" fmla="*/ 46 w 101"/>
                <a:gd name="T9" fmla="*/ 113 h 126"/>
                <a:gd name="T10" fmla="*/ 86 w 101"/>
                <a:gd name="T11" fmla="*/ 94 h 126"/>
                <a:gd name="T12" fmla="*/ 81 w 101"/>
                <a:gd name="T13" fmla="*/ 83 h 126"/>
                <a:gd name="T14" fmla="*/ 101 w 101"/>
                <a:gd name="T15" fmla="*/ 52 h 126"/>
                <a:gd name="T16" fmla="*/ 95 w 101"/>
                <a:gd name="T17" fmla="*/ 49 h 126"/>
                <a:gd name="T18" fmla="*/ 67 w 101"/>
                <a:gd name="T19" fmla="*/ 34 h 126"/>
                <a:gd name="T20" fmla="*/ 65 w 101"/>
                <a:gd name="T21" fmla="*/ 14 h 126"/>
                <a:gd name="T22" fmla="*/ 46 w 101"/>
                <a:gd name="T23" fmla="*/ 20 h 126"/>
                <a:gd name="T24" fmla="*/ 45 w 101"/>
                <a:gd name="T25" fmla="*/ 24 h 126"/>
                <a:gd name="T26" fmla="*/ 39 w 101"/>
                <a:gd name="T27" fmla="*/ 27 h 126"/>
                <a:gd name="T28" fmla="*/ 39 w 101"/>
                <a:gd name="T29" fmla="*/ 2 h 126"/>
                <a:gd name="T30" fmla="*/ 35 w 101"/>
                <a:gd name="T31" fmla="*/ 0 h 126"/>
                <a:gd name="T32" fmla="*/ 32 w 101"/>
                <a:gd name="T33" fmla="*/ 3 h 126"/>
                <a:gd name="T34" fmla="*/ 24 w 101"/>
                <a:gd name="T35" fmla="*/ 40 h 126"/>
                <a:gd name="T36" fmla="*/ 37 w 101"/>
                <a:gd name="T37" fmla="*/ 49 h 126"/>
                <a:gd name="T38" fmla="*/ 43 w 101"/>
                <a:gd name="T39" fmla="*/ 42 h 126"/>
                <a:gd name="T40" fmla="*/ 38 w 101"/>
                <a:gd name="T41" fmla="*/ 64 h 126"/>
                <a:gd name="T42" fmla="*/ 27 w 101"/>
                <a:gd name="T43" fmla="*/ 90 h 126"/>
                <a:gd name="T44" fmla="*/ 24 w 101"/>
                <a:gd name="T45" fmla="*/ 71 h 126"/>
                <a:gd name="T46" fmla="*/ 15 w 101"/>
                <a:gd name="T47" fmla="*/ 64 h 126"/>
                <a:gd name="T48" fmla="*/ 73 w 101"/>
                <a:gd name="T49" fmla="*/ 92 h 126"/>
                <a:gd name="T50" fmla="*/ 52 w 101"/>
                <a:gd name="T51" fmla="*/ 94 h 126"/>
                <a:gd name="T52" fmla="*/ 54 w 101"/>
                <a:gd name="T53" fmla="*/ 77 h 126"/>
                <a:gd name="T54" fmla="*/ 58 w 101"/>
                <a:gd name="T55" fmla="*/ 85 h 126"/>
                <a:gd name="T56" fmla="*/ 63 w 101"/>
                <a:gd name="T57" fmla="*/ 88 h 126"/>
                <a:gd name="T58" fmla="*/ 64 w 101"/>
                <a:gd name="T59" fmla="*/ 94 h 126"/>
                <a:gd name="T60" fmla="*/ 69 w 101"/>
                <a:gd name="T61" fmla="*/ 91 h 126"/>
                <a:gd name="T62" fmla="*/ 67 w 101"/>
                <a:gd name="T63" fmla="*/ 83 h 126"/>
                <a:gd name="T64" fmla="*/ 63 w 101"/>
                <a:gd name="T65" fmla="*/ 80 h 126"/>
                <a:gd name="T66" fmla="*/ 61 w 101"/>
                <a:gd name="T67" fmla="*/ 73 h 126"/>
                <a:gd name="T68" fmla="*/ 64 w 101"/>
                <a:gd name="T69" fmla="*/ 70 h 126"/>
                <a:gd name="T70" fmla="*/ 67 w 101"/>
                <a:gd name="T71" fmla="*/ 46 h 126"/>
                <a:gd name="T72" fmla="*/ 67 w 101"/>
                <a:gd name="T73" fmla="*/ 63 h 126"/>
                <a:gd name="T74" fmla="*/ 58 w 101"/>
                <a:gd name="T75" fmla="*/ 60 h 126"/>
                <a:gd name="T76" fmla="*/ 52 w 101"/>
                <a:gd name="T77" fmla="*/ 54 h 126"/>
                <a:gd name="T78" fmla="*/ 55 w 101"/>
                <a:gd name="T79" fmla="*/ 66 h 126"/>
                <a:gd name="T80" fmla="*/ 51 w 101"/>
                <a:gd name="T81" fmla="*/ 7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1" h="126">
                  <a:moveTo>
                    <a:pt x="15" y="64"/>
                  </a:moveTo>
                  <a:cubicBezTo>
                    <a:pt x="15" y="62"/>
                    <a:pt x="13" y="58"/>
                    <a:pt x="9" y="58"/>
                  </a:cubicBezTo>
                  <a:cubicBezTo>
                    <a:pt x="3" y="58"/>
                    <a:pt x="0" y="71"/>
                    <a:pt x="0" y="7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3"/>
                    <a:pt x="14" y="117"/>
                    <a:pt x="18" y="123"/>
                  </a:cubicBezTo>
                  <a:cubicBezTo>
                    <a:pt x="21" y="126"/>
                    <a:pt x="27" y="121"/>
                    <a:pt x="29" y="119"/>
                  </a:cubicBezTo>
                  <a:cubicBezTo>
                    <a:pt x="29" y="105"/>
                    <a:pt x="22" y="94"/>
                    <a:pt x="35" y="97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9" y="115"/>
                    <a:pt x="74" y="109"/>
                    <a:pt x="80" y="105"/>
                  </a:cubicBezTo>
                  <a:cubicBezTo>
                    <a:pt x="83" y="101"/>
                    <a:pt x="86" y="100"/>
                    <a:pt x="86" y="94"/>
                  </a:cubicBezTo>
                  <a:cubicBezTo>
                    <a:pt x="86" y="92"/>
                    <a:pt x="86" y="92"/>
                    <a:pt x="86" y="92"/>
                  </a:cubicBezTo>
                  <a:cubicBezTo>
                    <a:pt x="86" y="86"/>
                    <a:pt x="81" y="90"/>
                    <a:pt x="81" y="83"/>
                  </a:cubicBezTo>
                  <a:cubicBezTo>
                    <a:pt x="81" y="66"/>
                    <a:pt x="81" y="66"/>
                    <a:pt x="81" y="66"/>
                  </a:cubicBezTo>
                  <a:cubicBezTo>
                    <a:pt x="81" y="54"/>
                    <a:pt x="101" y="62"/>
                    <a:pt x="101" y="52"/>
                  </a:cubicBezTo>
                  <a:cubicBezTo>
                    <a:pt x="101" y="50"/>
                    <a:pt x="99" y="49"/>
                    <a:pt x="97" y="49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92" y="49"/>
                    <a:pt x="88" y="55"/>
                    <a:pt x="78" y="55"/>
                  </a:cubicBezTo>
                  <a:cubicBezTo>
                    <a:pt x="77" y="48"/>
                    <a:pt x="75" y="34"/>
                    <a:pt x="67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4" y="12"/>
                    <a:pt x="62" y="11"/>
                    <a:pt x="60" y="11"/>
                  </a:cubicBezTo>
                  <a:cubicBezTo>
                    <a:pt x="53" y="11"/>
                    <a:pt x="49" y="15"/>
                    <a:pt x="46" y="20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26" y="13"/>
                    <a:pt x="24" y="15"/>
                    <a:pt x="24" y="3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4"/>
                    <a:pt x="25" y="44"/>
                    <a:pt x="26" y="48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3" y="53"/>
                    <a:pt x="39" y="55"/>
                    <a:pt x="38" y="64"/>
                  </a:cubicBezTo>
                  <a:cubicBezTo>
                    <a:pt x="37" y="72"/>
                    <a:pt x="36" y="79"/>
                    <a:pt x="36" y="86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13" y="97"/>
                    <a:pt x="15" y="79"/>
                    <a:pt x="15" y="64"/>
                  </a:cubicBezTo>
                  <a:close/>
                  <a:moveTo>
                    <a:pt x="73" y="66"/>
                  </a:moveTo>
                  <a:cubicBezTo>
                    <a:pt x="73" y="92"/>
                    <a:pt x="73" y="92"/>
                    <a:pt x="73" y="92"/>
                  </a:cubicBezTo>
                  <a:cubicBezTo>
                    <a:pt x="73" y="98"/>
                    <a:pt x="61" y="101"/>
                    <a:pt x="55" y="103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2" y="79"/>
                    <a:pt x="52" y="79"/>
                    <a:pt x="52" y="79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64" y="70"/>
                    <a:pt x="64" y="70"/>
                    <a:pt x="64" y="70"/>
                  </a:cubicBezTo>
                  <a:lnTo>
                    <a:pt x="73" y="66"/>
                  </a:lnTo>
                  <a:close/>
                  <a:moveTo>
                    <a:pt x="67" y="46"/>
                  </a:moveTo>
                  <a:cubicBezTo>
                    <a:pt x="70" y="46"/>
                    <a:pt x="72" y="54"/>
                    <a:pt x="72" y="58"/>
                  </a:cubicBezTo>
                  <a:cubicBezTo>
                    <a:pt x="72" y="62"/>
                    <a:pt x="71" y="63"/>
                    <a:pt x="67" y="63"/>
                  </a:cubicBezTo>
                  <a:cubicBezTo>
                    <a:pt x="66" y="63"/>
                    <a:pt x="66" y="63"/>
                    <a:pt x="66" y="63"/>
                  </a:cubicBezTo>
                  <a:cubicBezTo>
                    <a:pt x="61" y="63"/>
                    <a:pt x="63" y="60"/>
                    <a:pt x="58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5" y="52"/>
                    <a:pt x="65" y="46"/>
                    <a:pt x="67" y="46"/>
                  </a:cubicBezTo>
                  <a:close/>
                  <a:moveTo>
                    <a:pt x="55" y="66"/>
                  </a:moveTo>
                  <a:cubicBezTo>
                    <a:pt x="58" y="66"/>
                    <a:pt x="60" y="66"/>
                    <a:pt x="60" y="68"/>
                  </a:cubicBezTo>
                  <a:cubicBezTo>
                    <a:pt x="60" y="72"/>
                    <a:pt x="55" y="73"/>
                    <a:pt x="51" y="73"/>
                  </a:cubicBezTo>
                  <a:cubicBezTo>
                    <a:pt x="51" y="68"/>
                    <a:pt x="50" y="66"/>
                    <a:pt x="55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9" name="iṣḻîde">
              <a:extLst>
                <a:ext uri="{FF2B5EF4-FFF2-40B4-BE49-F238E27FC236}">
                  <a16:creationId xmlns:a16="http://schemas.microsoft.com/office/drawing/2014/main" id="{8E0137C2-F02D-4DAB-BC08-BE711A62C51A}"/>
                </a:ext>
              </a:extLst>
            </p:cNvPr>
            <p:cNvSpPr/>
            <p:nvPr/>
          </p:nvSpPr>
          <p:spPr bwMode="auto">
            <a:xfrm>
              <a:off x="3360738" y="1963738"/>
              <a:ext cx="211138" cy="171450"/>
            </a:xfrm>
            <a:custGeom>
              <a:avLst/>
              <a:gdLst>
                <a:gd name="T0" fmla="*/ 30 w 64"/>
                <a:gd name="T1" fmla="*/ 27 h 52"/>
                <a:gd name="T2" fmla="*/ 17 w 64"/>
                <a:gd name="T3" fmla="*/ 37 h 52"/>
                <a:gd name="T4" fmla="*/ 9 w 64"/>
                <a:gd name="T5" fmla="*/ 37 h 52"/>
                <a:gd name="T6" fmla="*/ 5 w 64"/>
                <a:gd name="T7" fmla="*/ 31 h 52"/>
                <a:gd name="T8" fmla="*/ 3 w 64"/>
                <a:gd name="T9" fmla="*/ 32 h 52"/>
                <a:gd name="T10" fmla="*/ 11 w 64"/>
                <a:gd name="T11" fmla="*/ 47 h 52"/>
                <a:gd name="T12" fmla="*/ 37 w 64"/>
                <a:gd name="T13" fmla="*/ 36 h 52"/>
                <a:gd name="T14" fmla="*/ 58 w 64"/>
                <a:gd name="T15" fmla="*/ 52 h 52"/>
                <a:gd name="T16" fmla="*/ 63 w 64"/>
                <a:gd name="T17" fmla="*/ 49 h 52"/>
                <a:gd name="T18" fmla="*/ 43 w 64"/>
                <a:gd name="T19" fmla="*/ 25 h 52"/>
                <a:gd name="T20" fmla="*/ 64 w 64"/>
                <a:gd name="T21" fmla="*/ 14 h 52"/>
                <a:gd name="T22" fmla="*/ 64 w 64"/>
                <a:gd name="T23" fmla="*/ 12 h 52"/>
                <a:gd name="T24" fmla="*/ 48 w 64"/>
                <a:gd name="T25" fmla="*/ 0 h 52"/>
                <a:gd name="T26" fmla="*/ 46 w 64"/>
                <a:gd name="T27" fmla="*/ 3 h 52"/>
                <a:gd name="T28" fmla="*/ 48 w 64"/>
                <a:gd name="T29" fmla="*/ 9 h 52"/>
                <a:gd name="T30" fmla="*/ 54 w 64"/>
                <a:gd name="T31" fmla="*/ 11 h 52"/>
                <a:gd name="T32" fmla="*/ 37 w 64"/>
                <a:gd name="T33" fmla="*/ 17 h 52"/>
                <a:gd name="T34" fmla="*/ 37 w 64"/>
                <a:gd name="T35" fmla="*/ 22 h 52"/>
                <a:gd name="T36" fmla="*/ 0 w 64"/>
                <a:gd name="T37" fmla="*/ 2 h 52"/>
                <a:gd name="T38" fmla="*/ 30 w 64"/>
                <a:gd name="T39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" h="52">
                  <a:moveTo>
                    <a:pt x="30" y="27"/>
                  </a:moveTo>
                  <a:cubicBezTo>
                    <a:pt x="28" y="33"/>
                    <a:pt x="24" y="37"/>
                    <a:pt x="17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5" y="37"/>
                    <a:pt x="5" y="36"/>
                    <a:pt x="5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2" y="34"/>
                    <a:pt x="4" y="48"/>
                    <a:pt x="11" y="47"/>
                  </a:cubicBezTo>
                  <a:cubicBezTo>
                    <a:pt x="28" y="45"/>
                    <a:pt x="35" y="36"/>
                    <a:pt x="37" y="36"/>
                  </a:cubicBezTo>
                  <a:cubicBezTo>
                    <a:pt x="43" y="36"/>
                    <a:pt x="46" y="52"/>
                    <a:pt x="58" y="52"/>
                  </a:cubicBezTo>
                  <a:cubicBezTo>
                    <a:pt x="61" y="52"/>
                    <a:pt x="63" y="51"/>
                    <a:pt x="63" y="49"/>
                  </a:cubicBezTo>
                  <a:cubicBezTo>
                    <a:pt x="63" y="42"/>
                    <a:pt x="47" y="31"/>
                    <a:pt x="43" y="25"/>
                  </a:cubicBezTo>
                  <a:cubicBezTo>
                    <a:pt x="50" y="21"/>
                    <a:pt x="64" y="20"/>
                    <a:pt x="64" y="14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8"/>
                    <a:pt x="51" y="1"/>
                    <a:pt x="48" y="0"/>
                  </a:cubicBezTo>
                  <a:cubicBezTo>
                    <a:pt x="46" y="4"/>
                    <a:pt x="46" y="0"/>
                    <a:pt x="46" y="3"/>
                  </a:cubicBezTo>
                  <a:cubicBezTo>
                    <a:pt x="46" y="6"/>
                    <a:pt x="47" y="5"/>
                    <a:pt x="48" y="9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7" y="12"/>
                    <a:pt x="37" y="10"/>
                    <a:pt x="37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25" y="21"/>
                    <a:pt x="13" y="2"/>
                    <a:pt x="0" y="2"/>
                  </a:cubicBezTo>
                  <a:cubicBezTo>
                    <a:pt x="1" y="18"/>
                    <a:pt x="19" y="21"/>
                    <a:pt x="3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0" name="ïṥ1íďe">
              <a:extLst>
                <a:ext uri="{FF2B5EF4-FFF2-40B4-BE49-F238E27FC236}">
                  <a16:creationId xmlns:a16="http://schemas.microsoft.com/office/drawing/2014/main" id="{D20FA539-7DD2-41FE-A07A-B8C59C231934}"/>
                </a:ext>
              </a:extLst>
            </p:cNvPr>
            <p:cNvSpPr/>
            <p:nvPr/>
          </p:nvSpPr>
          <p:spPr bwMode="auto">
            <a:xfrm>
              <a:off x="1624013" y="2692400"/>
              <a:ext cx="1957388" cy="2122488"/>
            </a:xfrm>
            <a:custGeom>
              <a:avLst/>
              <a:gdLst>
                <a:gd name="T0" fmla="*/ 493 w 594"/>
                <a:gd name="T1" fmla="*/ 67 h 644"/>
                <a:gd name="T2" fmla="*/ 499 w 594"/>
                <a:gd name="T3" fmla="*/ 284 h 644"/>
                <a:gd name="T4" fmla="*/ 499 w 594"/>
                <a:gd name="T5" fmla="*/ 337 h 644"/>
                <a:gd name="T6" fmla="*/ 483 w 594"/>
                <a:gd name="T7" fmla="*/ 419 h 644"/>
                <a:gd name="T8" fmla="*/ 445 w 594"/>
                <a:gd name="T9" fmla="*/ 481 h 644"/>
                <a:gd name="T10" fmla="*/ 315 w 594"/>
                <a:gd name="T11" fmla="*/ 548 h 644"/>
                <a:gd name="T12" fmla="*/ 284 w 594"/>
                <a:gd name="T13" fmla="*/ 548 h 644"/>
                <a:gd name="T14" fmla="*/ 165 w 594"/>
                <a:gd name="T15" fmla="*/ 497 h 644"/>
                <a:gd name="T16" fmla="*/ 103 w 594"/>
                <a:gd name="T17" fmla="*/ 387 h 644"/>
                <a:gd name="T18" fmla="*/ 104 w 594"/>
                <a:gd name="T19" fmla="*/ 221 h 644"/>
                <a:gd name="T20" fmla="*/ 106 w 594"/>
                <a:gd name="T21" fmla="*/ 53 h 644"/>
                <a:gd name="T22" fmla="*/ 4 w 594"/>
                <a:gd name="T23" fmla="*/ 0 h 644"/>
                <a:gd name="T24" fmla="*/ 0 w 594"/>
                <a:gd name="T25" fmla="*/ 184 h 644"/>
                <a:gd name="T26" fmla="*/ 0 w 594"/>
                <a:gd name="T27" fmla="*/ 266 h 644"/>
                <a:gd name="T28" fmla="*/ 65 w 594"/>
                <a:gd name="T29" fmla="*/ 531 h 644"/>
                <a:gd name="T30" fmla="*/ 281 w 594"/>
                <a:gd name="T31" fmla="*/ 644 h 644"/>
                <a:gd name="T32" fmla="*/ 308 w 594"/>
                <a:gd name="T33" fmla="*/ 644 h 644"/>
                <a:gd name="T34" fmla="*/ 572 w 594"/>
                <a:gd name="T35" fmla="*/ 449 h 644"/>
                <a:gd name="T36" fmla="*/ 586 w 594"/>
                <a:gd name="T37" fmla="*/ 406 h 644"/>
                <a:gd name="T38" fmla="*/ 591 w 594"/>
                <a:gd name="T39" fmla="*/ 353 h 644"/>
                <a:gd name="T40" fmla="*/ 593 w 594"/>
                <a:gd name="T41" fmla="*/ 239 h 644"/>
                <a:gd name="T42" fmla="*/ 594 w 594"/>
                <a:gd name="T43" fmla="*/ 9 h 644"/>
                <a:gd name="T44" fmla="*/ 493 w 594"/>
                <a:gd name="T45" fmla="*/ 67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4" h="644">
                  <a:moveTo>
                    <a:pt x="493" y="67"/>
                  </a:moveTo>
                  <a:cubicBezTo>
                    <a:pt x="499" y="284"/>
                    <a:pt x="499" y="284"/>
                    <a:pt x="499" y="284"/>
                  </a:cubicBezTo>
                  <a:cubicBezTo>
                    <a:pt x="499" y="337"/>
                    <a:pt x="499" y="337"/>
                    <a:pt x="499" y="337"/>
                  </a:cubicBezTo>
                  <a:cubicBezTo>
                    <a:pt x="499" y="376"/>
                    <a:pt x="496" y="393"/>
                    <a:pt x="483" y="419"/>
                  </a:cubicBezTo>
                  <a:cubicBezTo>
                    <a:pt x="471" y="445"/>
                    <a:pt x="461" y="459"/>
                    <a:pt x="445" y="481"/>
                  </a:cubicBezTo>
                  <a:cubicBezTo>
                    <a:pt x="424" y="508"/>
                    <a:pt x="363" y="548"/>
                    <a:pt x="315" y="548"/>
                  </a:cubicBezTo>
                  <a:cubicBezTo>
                    <a:pt x="284" y="548"/>
                    <a:pt x="284" y="548"/>
                    <a:pt x="284" y="548"/>
                  </a:cubicBezTo>
                  <a:cubicBezTo>
                    <a:pt x="237" y="548"/>
                    <a:pt x="193" y="517"/>
                    <a:pt x="165" y="497"/>
                  </a:cubicBezTo>
                  <a:cubicBezTo>
                    <a:pt x="136" y="475"/>
                    <a:pt x="111" y="430"/>
                    <a:pt x="103" y="387"/>
                  </a:cubicBezTo>
                  <a:cubicBezTo>
                    <a:pt x="97" y="352"/>
                    <a:pt x="104" y="263"/>
                    <a:pt x="104" y="221"/>
                  </a:cubicBezTo>
                  <a:cubicBezTo>
                    <a:pt x="104" y="163"/>
                    <a:pt x="106" y="110"/>
                    <a:pt x="106" y="5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385"/>
                    <a:pt x="9" y="465"/>
                    <a:pt x="65" y="531"/>
                  </a:cubicBezTo>
                  <a:cubicBezTo>
                    <a:pt x="111" y="586"/>
                    <a:pt x="181" y="644"/>
                    <a:pt x="281" y="644"/>
                  </a:cubicBezTo>
                  <a:cubicBezTo>
                    <a:pt x="308" y="644"/>
                    <a:pt x="308" y="644"/>
                    <a:pt x="308" y="644"/>
                  </a:cubicBezTo>
                  <a:cubicBezTo>
                    <a:pt x="430" y="644"/>
                    <a:pt x="542" y="540"/>
                    <a:pt x="572" y="449"/>
                  </a:cubicBezTo>
                  <a:cubicBezTo>
                    <a:pt x="577" y="435"/>
                    <a:pt x="582" y="422"/>
                    <a:pt x="586" y="406"/>
                  </a:cubicBezTo>
                  <a:cubicBezTo>
                    <a:pt x="589" y="389"/>
                    <a:pt x="587" y="370"/>
                    <a:pt x="591" y="353"/>
                  </a:cubicBezTo>
                  <a:cubicBezTo>
                    <a:pt x="594" y="336"/>
                    <a:pt x="593" y="259"/>
                    <a:pt x="593" y="239"/>
                  </a:cubicBezTo>
                  <a:cubicBezTo>
                    <a:pt x="593" y="162"/>
                    <a:pt x="594" y="88"/>
                    <a:pt x="594" y="9"/>
                  </a:cubicBezTo>
                  <a:lnTo>
                    <a:pt x="493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1" name="íṩļidè">
              <a:extLst>
                <a:ext uri="{FF2B5EF4-FFF2-40B4-BE49-F238E27FC236}">
                  <a16:creationId xmlns:a16="http://schemas.microsoft.com/office/drawing/2014/main" id="{88B01143-0E94-4D67-A948-CB69FDE4F55A}"/>
                </a:ext>
              </a:extLst>
            </p:cNvPr>
            <p:cNvSpPr/>
            <p:nvPr/>
          </p:nvSpPr>
          <p:spPr bwMode="auto">
            <a:xfrm>
              <a:off x="2071688" y="2205038"/>
              <a:ext cx="490538" cy="1677988"/>
            </a:xfrm>
            <a:custGeom>
              <a:avLst/>
              <a:gdLst>
                <a:gd name="T0" fmla="*/ 10 w 149"/>
                <a:gd name="T1" fmla="*/ 494 h 509"/>
                <a:gd name="T2" fmla="*/ 47 w 149"/>
                <a:gd name="T3" fmla="*/ 497 h 509"/>
                <a:gd name="T4" fmla="*/ 75 w 149"/>
                <a:gd name="T5" fmla="*/ 509 h 509"/>
                <a:gd name="T6" fmla="*/ 89 w 149"/>
                <a:gd name="T7" fmla="*/ 469 h 509"/>
                <a:gd name="T8" fmla="*/ 89 w 149"/>
                <a:gd name="T9" fmla="*/ 467 h 509"/>
                <a:gd name="T10" fmla="*/ 80 w 149"/>
                <a:gd name="T11" fmla="*/ 447 h 509"/>
                <a:gd name="T12" fmla="*/ 80 w 149"/>
                <a:gd name="T13" fmla="*/ 427 h 509"/>
                <a:gd name="T14" fmla="*/ 86 w 149"/>
                <a:gd name="T15" fmla="*/ 233 h 509"/>
                <a:gd name="T16" fmla="*/ 106 w 149"/>
                <a:gd name="T17" fmla="*/ 154 h 509"/>
                <a:gd name="T18" fmla="*/ 149 w 149"/>
                <a:gd name="T19" fmla="*/ 96 h 509"/>
                <a:gd name="T20" fmla="*/ 85 w 149"/>
                <a:gd name="T21" fmla="*/ 38 h 509"/>
                <a:gd name="T22" fmla="*/ 0 w 149"/>
                <a:gd name="T23" fmla="*/ 0 h 509"/>
                <a:gd name="T24" fmla="*/ 0 w 149"/>
                <a:gd name="T25" fmla="*/ 478 h 509"/>
                <a:gd name="T26" fmla="*/ 10 w 149"/>
                <a:gd name="T27" fmla="*/ 494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509">
                  <a:moveTo>
                    <a:pt x="10" y="494"/>
                  </a:moveTo>
                  <a:cubicBezTo>
                    <a:pt x="23" y="494"/>
                    <a:pt x="38" y="494"/>
                    <a:pt x="47" y="497"/>
                  </a:cubicBezTo>
                  <a:cubicBezTo>
                    <a:pt x="55" y="499"/>
                    <a:pt x="68" y="509"/>
                    <a:pt x="75" y="509"/>
                  </a:cubicBezTo>
                  <a:cubicBezTo>
                    <a:pt x="84" y="509"/>
                    <a:pt x="89" y="479"/>
                    <a:pt x="89" y="469"/>
                  </a:cubicBezTo>
                  <a:cubicBezTo>
                    <a:pt x="89" y="467"/>
                    <a:pt x="89" y="467"/>
                    <a:pt x="89" y="467"/>
                  </a:cubicBezTo>
                  <a:cubicBezTo>
                    <a:pt x="89" y="453"/>
                    <a:pt x="80" y="452"/>
                    <a:pt x="80" y="447"/>
                  </a:cubicBezTo>
                  <a:cubicBezTo>
                    <a:pt x="80" y="427"/>
                    <a:pt x="80" y="427"/>
                    <a:pt x="80" y="427"/>
                  </a:cubicBezTo>
                  <a:cubicBezTo>
                    <a:pt x="80" y="361"/>
                    <a:pt x="83" y="297"/>
                    <a:pt x="86" y="233"/>
                  </a:cubicBezTo>
                  <a:cubicBezTo>
                    <a:pt x="87" y="201"/>
                    <a:pt x="95" y="176"/>
                    <a:pt x="106" y="154"/>
                  </a:cubicBezTo>
                  <a:cubicBezTo>
                    <a:pt x="114" y="137"/>
                    <a:pt x="136" y="105"/>
                    <a:pt x="149" y="96"/>
                  </a:cubicBezTo>
                  <a:cubicBezTo>
                    <a:pt x="136" y="71"/>
                    <a:pt x="109" y="52"/>
                    <a:pt x="85" y="38"/>
                  </a:cubicBezTo>
                  <a:cubicBezTo>
                    <a:pt x="72" y="30"/>
                    <a:pt x="14" y="1"/>
                    <a:pt x="0" y="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0" y="485"/>
                    <a:pt x="5" y="491"/>
                    <a:pt x="10" y="4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2" name="ïṥḷiḋe">
              <a:extLst>
                <a:ext uri="{FF2B5EF4-FFF2-40B4-BE49-F238E27FC236}">
                  <a16:creationId xmlns:a16="http://schemas.microsoft.com/office/drawing/2014/main" id="{6B778313-6828-4427-B6A0-50E1B138FB65}"/>
                </a:ext>
              </a:extLst>
            </p:cNvPr>
            <p:cNvSpPr/>
            <p:nvPr/>
          </p:nvSpPr>
          <p:spPr bwMode="auto">
            <a:xfrm>
              <a:off x="2012950" y="2254250"/>
              <a:ext cx="1225550" cy="2122488"/>
            </a:xfrm>
            <a:custGeom>
              <a:avLst/>
              <a:gdLst>
                <a:gd name="T0" fmla="*/ 21 w 372"/>
                <a:gd name="T1" fmla="*/ 540 h 644"/>
                <a:gd name="T2" fmla="*/ 36 w 372"/>
                <a:gd name="T3" fmla="*/ 561 h 644"/>
                <a:gd name="T4" fmla="*/ 71 w 372"/>
                <a:gd name="T5" fmla="*/ 602 h 644"/>
                <a:gd name="T6" fmla="*/ 179 w 372"/>
                <a:gd name="T7" fmla="*/ 644 h 644"/>
                <a:gd name="T8" fmla="*/ 338 w 372"/>
                <a:gd name="T9" fmla="*/ 491 h 644"/>
                <a:gd name="T10" fmla="*/ 338 w 372"/>
                <a:gd name="T11" fmla="*/ 178 h 644"/>
                <a:gd name="T12" fmla="*/ 369 w 372"/>
                <a:gd name="T13" fmla="*/ 160 h 644"/>
                <a:gd name="T14" fmla="*/ 369 w 372"/>
                <a:gd name="T15" fmla="*/ 136 h 644"/>
                <a:gd name="T16" fmla="*/ 372 w 372"/>
                <a:gd name="T17" fmla="*/ 0 h 644"/>
                <a:gd name="T18" fmla="*/ 121 w 372"/>
                <a:gd name="T19" fmla="*/ 249 h 644"/>
                <a:gd name="T20" fmla="*/ 121 w 372"/>
                <a:gd name="T21" fmla="*/ 279 h 644"/>
                <a:gd name="T22" fmla="*/ 130 w 372"/>
                <a:gd name="T23" fmla="*/ 452 h 644"/>
                <a:gd name="T24" fmla="*/ 98 w 372"/>
                <a:gd name="T25" fmla="*/ 513 h 644"/>
                <a:gd name="T26" fmla="*/ 50 w 372"/>
                <a:gd name="T27" fmla="*/ 501 h 644"/>
                <a:gd name="T28" fmla="*/ 40 w 372"/>
                <a:gd name="T29" fmla="*/ 501 h 644"/>
                <a:gd name="T30" fmla="*/ 0 w 372"/>
                <a:gd name="T31" fmla="*/ 521 h 644"/>
                <a:gd name="T32" fmla="*/ 0 w 372"/>
                <a:gd name="T33" fmla="*/ 524 h 644"/>
                <a:gd name="T34" fmla="*/ 21 w 372"/>
                <a:gd name="T35" fmla="*/ 540 h 644"/>
                <a:gd name="T36" fmla="*/ 31 w 372"/>
                <a:gd name="T37" fmla="*/ 516 h 644"/>
                <a:gd name="T38" fmla="*/ 32 w 372"/>
                <a:gd name="T39" fmla="*/ 516 h 644"/>
                <a:gd name="T40" fmla="*/ 44 w 372"/>
                <a:gd name="T41" fmla="*/ 521 h 644"/>
                <a:gd name="T42" fmla="*/ 34 w 372"/>
                <a:gd name="T43" fmla="*/ 528 h 644"/>
                <a:gd name="T44" fmla="*/ 25 w 372"/>
                <a:gd name="T45" fmla="*/ 522 h 644"/>
                <a:gd name="T46" fmla="*/ 31 w 372"/>
                <a:gd name="T47" fmla="*/ 516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72" h="644">
                  <a:moveTo>
                    <a:pt x="21" y="540"/>
                  </a:moveTo>
                  <a:cubicBezTo>
                    <a:pt x="28" y="546"/>
                    <a:pt x="30" y="553"/>
                    <a:pt x="36" y="561"/>
                  </a:cubicBezTo>
                  <a:cubicBezTo>
                    <a:pt x="50" y="579"/>
                    <a:pt x="55" y="586"/>
                    <a:pt x="71" y="602"/>
                  </a:cubicBezTo>
                  <a:cubicBezTo>
                    <a:pt x="94" y="625"/>
                    <a:pt x="133" y="644"/>
                    <a:pt x="179" y="644"/>
                  </a:cubicBezTo>
                  <a:cubicBezTo>
                    <a:pt x="267" y="644"/>
                    <a:pt x="338" y="579"/>
                    <a:pt x="338" y="491"/>
                  </a:cubicBezTo>
                  <a:cubicBezTo>
                    <a:pt x="338" y="387"/>
                    <a:pt x="338" y="282"/>
                    <a:pt x="338" y="178"/>
                  </a:cubicBezTo>
                  <a:cubicBezTo>
                    <a:pt x="369" y="160"/>
                    <a:pt x="369" y="160"/>
                    <a:pt x="369" y="160"/>
                  </a:cubicBezTo>
                  <a:cubicBezTo>
                    <a:pt x="369" y="136"/>
                    <a:pt x="369" y="136"/>
                    <a:pt x="369" y="136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232" y="11"/>
                    <a:pt x="121" y="97"/>
                    <a:pt x="121" y="249"/>
                  </a:cubicBezTo>
                  <a:cubicBezTo>
                    <a:pt x="121" y="279"/>
                    <a:pt x="121" y="279"/>
                    <a:pt x="121" y="279"/>
                  </a:cubicBezTo>
                  <a:cubicBezTo>
                    <a:pt x="130" y="452"/>
                    <a:pt x="130" y="452"/>
                    <a:pt x="130" y="452"/>
                  </a:cubicBezTo>
                  <a:cubicBezTo>
                    <a:pt x="132" y="476"/>
                    <a:pt x="121" y="513"/>
                    <a:pt x="98" y="513"/>
                  </a:cubicBezTo>
                  <a:cubicBezTo>
                    <a:pt x="80" y="513"/>
                    <a:pt x="73" y="501"/>
                    <a:pt x="50" y="501"/>
                  </a:cubicBezTo>
                  <a:cubicBezTo>
                    <a:pt x="40" y="501"/>
                    <a:pt x="40" y="501"/>
                    <a:pt x="40" y="501"/>
                  </a:cubicBezTo>
                  <a:cubicBezTo>
                    <a:pt x="28" y="501"/>
                    <a:pt x="0" y="512"/>
                    <a:pt x="0" y="521"/>
                  </a:cubicBezTo>
                  <a:cubicBezTo>
                    <a:pt x="0" y="524"/>
                    <a:pt x="0" y="524"/>
                    <a:pt x="0" y="524"/>
                  </a:cubicBezTo>
                  <a:cubicBezTo>
                    <a:pt x="0" y="531"/>
                    <a:pt x="14" y="532"/>
                    <a:pt x="21" y="540"/>
                  </a:cubicBezTo>
                  <a:close/>
                  <a:moveTo>
                    <a:pt x="31" y="516"/>
                  </a:moveTo>
                  <a:cubicBezTo>
                    <a:pt x="32" y="516"/>
                    <a:pt x="32" y="516"/>
                    <a:pt x="32" y="516"/>
                  </a:cubicBezTo>
                  <a:cubicBezTo>
                    <a:pt x="36" y="516"/>
                    <a:pt x="44" y="517"/>
                    <a:pt x="44" y="521"/>
                  </a:cubicBezTo>
                  <a:cubicBezTo>
                    <a:pt x="44" y="523"/>
                    <a:pt x="37" y="528"/>
                    <a:pt x="34" y="528"/>
                  </a:cubicBezTo>
                  <a:cubicBezTo>
                    <a:pt x="29" y="528"/>
                    <a:pt x="25" y="527"/>
                    <a:pt x="25" y="522"/>
                  </a:cubicBezTo>
                  <a:cubicBezTo>
                    <a:pt x="25" y="519"/>
                    <a:pt x="27" y="516"/>
                    <a:pt x="31" y="5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3" name="îŝḷíďe">
              <a:extLst>
                <a:ext uri="{FF2B5EF4-FFF2-40B4-BE49-F238E27FC236}">
                  <a16:creationId xmlns:a16="http://schemas.microsoft.com/office/drawing/2014/main" id="{074B9B7A-33DA-4C4E-AAFF-57D45609692C}"/>
                </a:ext>
              </a:extLst>
            </p:cNvPr>
            <p:cNvSpPr/>
            <p:nvPr/>
          </p:nvSpPr>
          <p:spPr bwMode="auto">
            <a:xfrm>
              <a:off x="1606550" y="1847850"/>
              <a:ext cx="306388" cy="323850"/>
            </a:xfrm>
            <a:custGeom>
              <a:avLst/>
              <a:gdLst>
                <a:gd name="T0" fmla="*/ 23 w 93"/>
                <a:gd name="T1" fmla="*/ 98 h 98"/>
                <a:gd name="T2" fmla="*/ 58 w 93"/>
                <a:gd name="T3" fmla="*/ 62 h 98"/>
                <a:gd name="T4" fmla="*/ 73 w 93"/>
                <a:gd name="T5" fmla="*/ 44 h 98"/>
                <a:gd name="T6" fmla="*/ 93 w 93"/>
                <a:gd name="T7" fmla="*/ 28 h 98"/>
                <a:gd name="T8" fmla="*/ 89 w 93"/>
                <a:gd name="T9" fmla="*/ 23 h 98"/>
                <a:gd name="T10" fmla="*/ 87 w 93"/>
                <a:gd name="T11" fmla="*/ 23 h 98"/>
                <a:gd name="T12" fmla="*/ 51 w 93"/>
                <a:gd name="T13" fmla="*/ 49 h 98"/>
                <a:gd name="T14" fmla="*/ 38 w 93"/>
                <a:gd name="T15" fmla="*/ 34 h 98"/>
                <a:gd name="T16" fmla="*/ 51 w 93"/>
                <a:gd name="T17" fmla="*/ 10 h 98"/>
                <a:gd name="T18" fmla="*/ 32 w 93"/>
                <a:gd name="T19" fmla="*/ 25 h 98"/>
                <a:gd name="T20" fmla="*/ 13 w 93"/>
                <a:gd name="T21" fmla="*/ 0 h 98"/>
                <a:gd name="T22" fmla="*/ 8 w 93"/>
                <a:gd name="T23" fmla="*/ 0 h 98"/>
                <a:gd name="T24" fmla="*/ 0 w 93"/>
                <a:gd name="T25" fmla="*/ 7 h 98"/>
                <a:gd name="T26" fmla="*/ 43 w 93"/>
                <a:gd name="T27" fmla="*/ 65 h 98"/>
                <a:gd name="T28" fmla="*/ 23 w 93"/>
                <a:gd name="T2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98">
                  <a:moveTo>
                    <a:pt x="23" y="98"/>
                  </a:moveTo>
                  <a:cubicBezTo>
                    <a:pt x="38" y="97"/>
                    <a:pt x="47" y="73"/>
                    <a:pt x="58" y="62"/>
                  </a:cubicBezTo>
                  <a:cubicBezTo>
                    <a:pt x="63" y="57"/>
                    <a:pt x="67" y="51"/>
                    <a:pt x="73" y="44"/>
                  </a:cubicBezTo>
                  <a:cubicBezTo>
                    <a:pt x="80" y="37"/>
                    <a:pt x="93" y="39"/>
                    <a:pt x="93" y="28"/>
                  </a:cubicBezTo>
                  <a:cubicBezTo>
                    <a:pt x="93" y="24"/>
                    <a:pt x="92" y="23"/>
                    <a:pt x="89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72" y="23"/>
                    <a:pt x="58" y="39"/>
                    <a:pt x="51" y="49"/>
                  </a:cubicBezTo>
                  <a:cubicBezTo>
                    <a:pt x="50" y="47"/>
                    <a:pt x="38" y="35"/>
                    <a:pt x="38" y="34"/>
                  </a:cubicBezTo>
                  <a:cubicBezTo>
                    <a:pt x="38" y="28"/>
                    <a:pt x="54" y="17"/>
                    <a:pt x="51" y="10"/>
                  </a:cubicBezTo>
                  <a:cubicBezTo>
                    <a:pt x="47" y="2"/>
                    <a:pt x="34" y="17"/>
                    <a:pt x="32" y="25"/>
                  </a:cubicBezTo>
                  <a:cubicBezTo>
                    <a:pt x="25" y="20"/>
                    <a:pt x="19" y="0"/>
                    <a:pt x="1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0" y="6"/>
                    <a:pt x="0" y="7"/>
                  </a:cubicBezTo>
                  <a:cubicBezTo>
                    <a:pt x="0" y="15"/>
                    <a:pt x="36" y="56"/>
                    <a:pt x="43" y="65"/>
                  </a:cubicBezTo>
                  <a:cubicBezTo>
                    <a:pt x="37" y="74"/>
                    <a:pt x="24" y="81"/>
                    <a:pt x="23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4" name="ïšḻide">
              <a:extLst>
                <a:ext uri="{FF2B5EF4-FFF2-40B4-BE49-F238E27FC236}">
                  <a16:creationId xmlns:a16="http://schemas.microsoft.com/office/drawing/2014/main" id="{55336B17-7DB4-488B-A1B0-A9E200C58560}"/>
                </a:ext>
              </a:extLst>
            </p:cNvPr>
            <p:cNvSpPr/>
            <p:nvPr/>
          </p:nvSpPr>
          <p:spPr bwMode="auto">
            <a:xfrm>
              <a:off x="3387725" y="1871663"/>
              <a:ext cx="285750" cy="171450"/>
            </a:xfrm>
            <a:custGeom>
              <a:avLst/>
              <a:gdLst>
                <a:gd name="T0" fmla="*/ 6 w 87"/>
                <a:gd name="T1" fmla="*/ 18 h 52"/>
                <a:gd name="T2" fmla="*/ 7 w 87"/>
                <a:gd name="T3" fmla="*/ 18 h 52"/>
                <a:gd name="T4" fmla="*/ 21 w 87"/>
                <a:gd name="T5" fmla="*/ 10 h 52"/>
                <a:gd name="T6" fmla="*/ 49 w 87"/>
                <a:gd name="T7" fmla="*/ 25 h 52"/>
                <a:gd name="T8" fmla="*/ 77 w 87"/>
                <a:gd name="T9" fmla="*/ 41 h 52"/>
                <a:gd name="T10" fmla="*/ 66 w 87"/>
                <a:gd name="T11" fmla="*/ 42 h 52"/>
                <a:gd name="T12" fmla="*/ 80 w 87"/>
                <a:gd name="T13" fmla="*/ 52 h 52"/>
                <a:gd name="T14" fmla="*/ 87 w 87"/>
                <a:gd name="T15" fmla="*/ 46 h 52"/>
                <a:gd name="T16" fmla="*/ 25 w 87"/>
                <a:gd name="T17" fmla="*/ 9 h 52"/>
                <a:gd name="T18" fmla="*/ 31 w 87"/>
                <a:gd name="T19" fmla="*/ 2 h 52"/>
                <a:gd name="T20" fmla="*/ 26 w 87"/>
                <a:gd name="T21" fmla="*/ 0 h 52"/>
                <a:gd name="T22" fmla="*/ 23 w 87"/>
                <a:gd name="T23" fmla="*/ 0 h 52"/>
                <a:gd name="T24" fmla="*/ 0 w 87"/>
                <a:gd name="T25" fmla="*/ 12 h 52"/>
                <a:gd name="T26" fmla="*/ 6 w 87"/>
                <a:gd name="T2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52">
                  <a:moveTo>
                    <a:pt x="6" y="18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3" y="18"/>
                    <a:pt x="13" y="10"/>
                    <a:pt x="21" y="10"/>
                  </a:cubicBezTo>
                  <a:cubicBezTo>
                    <a:pt x="21" y="10"/>
                    <a:pt x="43" y="24"/>
                    <a:pt x="49" y="25"/>
                  </a:cubicBezTo>
                  <a:cubicBezTo>
                    <a:pt x="60" y="28"/>
                    <a:pt x="71" y="32"/>
                    <a:pt x="77" y="41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8" y="44"/>
                    <a:pt x="78" y="52"/>
                    <a:pt x="80" y="52"/>
                  </a:cubicBezTo>
                  <a:cubicBezTo>
                    <a:pt x="83" y="52"/>
                    <a:pt x="87" y="48"/>
                    <a:pt x="87" y="46"/>
                  </a:cubicBezTo>
                  <a:cubicBezTo>
                    <a:pt x="87" y="26"/>
                    <a:pt x="43" y="13"/>
                    <a:pt x="25" y="9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29" y="0"/>
                    <a:pt x="29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8" y="0"/>
                    <a:pt x="0" y="5"/>
                    <a:pt x="0" y="12"/>
                  </a:cubicBezTo>
                  <a:cubicBezTo>
                    <a:pt x="0" y="15"/>
                    <a:pt x="2" y="18"/>
                    <a:pt x="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5" name="î$lïḋè">
              <a:extLst>
                <a:ext uri="{FF2B5EF4-FFF2-40B4-BE49-F238E27FC236}">
                  <a16:creationId xmlns:a16="http://schemas.microsoft.com/office/drawing/2014/main" id="{5B96C839-882D-4209-A928-EB230E22D096}"/>
                </a:ext>
              </a:extLst>
            </p:cNvPr>
            <p:cNvSpPr/>
            <p:nvPr/>
          </p:nvSpPr>
          <p:spPr bwMode="auto">
            <a:xfrm>
              <a:off x="3519488" y="1828800"/>
              <a:ext cx="92075" cy="76200"/>
            </a:xfrm>
            <a:custGeom>
              <a:avLst/>
              <a:gdLst>
                <a:gd name="T0" fmla="*/ 28 w 28"/>
                <a:gd name="T1" fmla="*/ 12 h 23"/>
                <a:gd name="T2" fmla="*/ 28 w 28"/>
                <a:gd name="T3" fmla="*/ 9 h 23"/>
                <a:gd name="T4" fmla="*/ 21 w 28"/>
                <a:gd name="T5" fmla="*/ 9 h 23"/>
                <a:gd name="T6" fmla="*/ 21 w 28"/>
                <a:gd name="T7" fmla="*/ 4 h 23"/>
                <a:gd name="T8" fmla="*/ 16 w 28"/>
                <a:gd name="T9" fmla="*/ 0 h 23"/>
                <a:gd name="T10" fmla="*/ 15 w 28"/>
                <a:gd name="T11" fmla="*/ 0 h 23"/>
                <a:gd name="T12" fmla="*/ 0 w 28"/>
                <a:gd name="T13" fmla="*/ 17 h 23"/>
                <a:gd name="T14" fmla="*/ 0 w 28"/>
                <a:gd name="T15" fmla="*/ 23 h 23"/>
                <a:gd name="T16" fmla="*/ 28 w 28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23">
                  <a:moveTo>
                    <a:pt x="28" y="12"/>
                  </a:moveTo>
                  <a:cubicBezTo>
                    <a:pt x="28" y="9"/>
                    <a:pt x="28" y="9"/>
                    <a:pt x="28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1"/>
                    <a:pt x="20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0"/>
                    <a:pt x="0" y="11"/>
                    <a:pt x="0" y="1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8" y="23"/>
                    <a:pt x="9" y="12"/>
                    <a:pt x="2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6" name="isḻïḑê">
              <a:extLst>
                <a:ext uri="{FF2B5EF4-FFF2-40B4-BE49-F238E27FC236}">
                  <a16:creationId xmlns:a16="http://schemas.microsoft.com/office/drawing/2014/main" id="{E0C9A726-72FE-413B-9B31-DA2BBBC1AE4D}"/>
                </a:ext>
              </a:extLst>
            </p:cNvPr>
            <p:cNvSpPr/>
            <p:nvPr/>
          </p:nvSpPr>
          <p:spPr bwMode="auto">
            <a:xfrm>
              <a:off x="2741613" y="1498600"/>
              <a:ext cx="273050" cy="373063"/>
            </a:xfrm>
            <a:custGeom>
              <a:avLst/>
              <a:gdLst>
                <a:gd name="T0" fmla="*/ 46 w 83"/>
                <a:gd name="T1" fmla="*/ 68 h 113"/>
                <a:gd name="T2" fmla="*/ 83 w 83"/>
                <a:gd name="T3" fmla="*/ 113 h 113"/>
                <a:gd name="T4" fmla="*/ 65 w 83"/>
                <a:gd name="T5" fmla="*/ 88 h 113"/>
                <a:gd name="T6" fmla="*/ 50 w 83"/>
                <a:gd name="T7" fmla="*/ 58 h 113"/>
                <a:gd name="T8" fmla="*/ 61 w 83"/>
                <a:gd name="T9" fmla="*/ 49 h 113"/>
                <a:gd name="T10" fmla="*/ 62 w 83"/>
                <a:gd name="T11" fmla="*/ 49 h 113"/>
                <a:gd name="T12" fmla="*/ 74 w 83"/>
                <a:gd name="T13" fmla="*/ 51 h 113"/>
                <a:gd name="T14" fmla="*/ 80 w 83"/>
                <a:gd name="T15" fmla="*/ 45 h 113"/>
                <a:gd name="T16" fmla="*/ 74 w 83"/>
                <a:gd name="T17" fmla="*/ 37 h 113"/>
                <a:gd name="T18" fmla="*/ 62 w 83"/>
                <a:gd name="T19" fmla="*/ 39 h 113"/>
                <a:gd name="T20" fmla="*/ 71 w 83"/>
                <a:gd name="T21" fmla="*/ 12 h 113"/>
                <a:gd name="T22" fmla="*/ 71 w 83"/>
                <a:gd name="T23" fmla="*/ 8 h 113"/>
                <a:gd name="T24" fmla="*/ 65 w 83"/>
                <a:gd name="T25" fmla="*/ 0 h 113"/>
                <a:gd name="T26" fmla="*/ 61 w 83"/>
                <a:gd name="T27" fmla="*/ 3 h 113"/>
                <a:gd name="T28" fmla="*/ 53 w 83"/>
                <a:gd name="T29" fmla="*/ 31 h 113"/>
                <a:gd name="T30" fmla="*/ 39 w 83"/>
                <a:gd name="T31" fmla="*/ 41 h 113"/>
                <a:gd name="T32" fmla="*/ 18 w 83"/>
                <a:gd name="T33" fmla="*/ 45 h 113"/>
                <a:gd name="T34" fmla="*/ 24 w 83"/>
                <a:gd name="T35" fmla="*/ 51 h 113"/>
                <a:gd name="T36" fmla="*/ 44 w 83"/>
                <a:gd name="T37" fmla="*/ 51 h 113"/>
                <a:gd name="T38" fmla="*/ 0 w 83"/>
                <a:gd name="T39" fmla="*/ 94 h 113"/>
                <a:gd name="T40" fmla="*/ 46 w 83"/>
                <a:gd name="T41" fmla="*/ 6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3" h="113">
                  <a:moveTo>
                    <a:pt x="46" y="68"/>
                  </a:moveTo>
                  <a:cubicBezTo>
                    <a:pt x="46" y="88"/>
                    <a:pt x="61" y="113"/>
                    <a:pt x="83" y="113"/>
                  </a:cubicBezTo>
                  <a:cubicBezTo>
                    <a:pt x="82" y="108"/>
                    <a:pt x="69" y="93"/>
                    <a:pt x="65" y="88"/>
                  </a:cubicBezTo>
                  <a:cubicBezTo>
                    <a:pt x="59" y="80"/>
                    <a:pt x="56" y="67"/>
                    <a:pt x="50" y="58"/>
                  </a:cubicBezTo>
                  <a:cubicBezTo>
                    <a:pt x="52" y="55"/>
                    <a:pt x="57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6" y="50"/>
                    <a:pt x="80" y="47"/>
                    <a:pt x="80" y="45"/>
                  </a:cubicBezTo>
                  <a:cubicBezTo>
                    <a:pt x="80" y="41"/>
                    <a:pt x="77" y="39"/>
                    <a:pt x="74" y="37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3" y="29"/>
                    <a:pt x="71" y="18"/>
                    <a:pt x="71" y="12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5"/>
                    <a:pt x="67" y="0"/>
                    <a:pt x="65" y="0"/>
                  </a:cubicBezTo>
                  <a:cubicBezTo>
                    <a:pt x="63" y="0"/>
                    <a:pt x="61" y="1"/>
                    <a:pt x="61" y="3"/>
                  </a:cubicBezTo>
                  <a:cubicBezTo>
                    <a:pt x="61" y="18"/>
                    <a:pt x="65" y="24"/>
                    <a:pt x="53" y="31"/>
                  </a:cubicBezTo>
                  <a:cubicBezTo>
                    <a:pt x="53" y="45"/>
                    <a:pt x="51" y="39"/>
                    <a:pt x="39" y="41"/>
                  </a:cubicBezTo>
                  <a:cubicBezTo>
                    <a:pt x="36" y="41"/>
                    <a:pt x="18" y="41"/>
                    <a:pt x="18" y="45"/>
                  </a:cubicBezTo>
                  <a:cubicBezTo>
                    <a:pt x="18" y="48"/>
                    <a:pt x="20" y="51"/>
                    <a:pt x="2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70"/>
                    <a:pt x="5" y="86"/>
                    <a:pt x="0" y="94"/>
                  </a:cubicBezTo>
                  <a:cubicBezTo>
                    <a:pt x="32" y="94"/>
                    <a:pt x="31" y="72"/>
                    <a:pt x="46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3B18814-7981-4837-B794-026FA016F870}"/>
              </a:ext>
            </a:extLst>
          </p:cNvPr>
          <p:cNvCxnSpPr/>
          <p:nvPr userDrawn="1"/>
        </p:nvCxnSpPr>
        <p:spPr>
          <a:xfrm flipV="1">
            <a:off x="948054" y="384810"/>
            <a:ext cx="0" cy="484505"/>
          </a:xfrm>
          <a:prstGeom prst="line">
            <a:avLst/>
          </a:prstGeom>
          <a:ln w="28575">
            <a:solidFill>
              <a:srgbClr val="93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15">
            <a:extLst>
              <a:ext uri="{FF2B5EF4-FFF2-40B4-BE49-F238E27FC236}">
                <a16:creationId xmlns:a16="http://schemas.microsoft.com/office/drawing/2014/main" id="{6A0235E0-01CB-4C6A-8A7E-5B45E9B5E2B4}"/>
              </a:ext>
            </a:extLst>
          </p:cNvPr>
          <p:cNvCxnSpPr>
            <a:cxnSpLocks/>
          </p:cNvCxnSpPr>
          <p:nvPr userDrawn="1"/>
        </p:nvCxnSpPr>
        <p:spPr>
          <a:xfrm>
            <a:off x="326389" y="979487"/>
            <a:ext cx="11687811" cy="12475"/>
          </a:xfrm>
          <a:prstGeom prst="line">
            <a:avLst/>
          </a:prstGeom>
          <a:ln w="57150">
            <a:gradFill flip="none" rotWithShape="1">
              <a:gsLst>
                <a:gs pos="0">
                  <a:srgbClr val="400080"/>
                </a:gs>
                <a:gs pos="100000">
                  <a:srgbClr val="FFFFFF"/>
                </a:gs>
                <a:gs pos="28000">
                  <a:srgbClr val="800080"/>
                </a:gs>
                <a:gs pos="68000">
                  <a:srgbClr val="FF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标题 8">
            <a:extLst>
              <a:ext uri="{FF2B5EF4-FFF2-40B4-BE49-F238E27FC236}">
                <a16:creationId xmlns:a16="http://schemas.microsoft.com/office/drawing/2014/main" id="{73AE0C54-C8A1-43A7-B417-B1C175BAD09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69849" y="286362"/>
            <a:ext cx="10969200" cy="7056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200" b="1" kern="1200" dirty="0">
                <a:ln w="38100">
                  <a:noFill/>
                </a:ln>
                <a:solidFill>
                  <a:srgbClr val="C00000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4" name="内容占位符 2">
            <a:extLst>
              <a:ext uri="{FF2B5EF4-FFF2-40B4-BE49-F238E27FC236}">
                <a16:creationId xmlns:a16="http://schemas.microsoft.com/office/drawing/2014/main" id="{706FB632-B6E4-45F0-AD4D-00A73F82FC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6389" y="1303435"/>
            <a:ext cx="11612660" cy="5268161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2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单击此处编辑文本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2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2025/11/19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1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/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占位符 8"/>
          <p:cNvSpPr>
            <a:spLocks noGrp="1"/>
          </p:cNvSpPr>
          <p:nvPr>
            <p:ph type="body" sz="quarter" idx="10" hasCustomPrompt="1"/>
          </p:nvPr>
        </p:nvSpPr>
        <p:spPr>
          <a:xfrm>
            <a:off x="6553200" y="695325"/>
            <a:ext cx="1876425" cy="552450"/>
          </a:xfrm>
        </p:spPr>
        <p:txBody>
          <a:bodyPr>
            <a:normAutofit/>
          </a:bodyPr>
          <a:lstStyle>
            <a:lvl1pPr marL="0" indent="0">
              <a:buNone/>
              <a:defRPr sz="3000" b="1">
                <a:solidFill>
                  <a:srgbClr val="A0021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目录文字</a:t>
            </a: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1" hasCustomPrompt="1"/>
          </p:nvPr>
        </p:nvSpPr>
        <p:spPr>
          <a:xfrm>
            <a:off x="6581775" y="1219200"/>
            <a:ext cx="2352675" cy="590550"/>
          </a:xfrm>
        </p:spPr>
        <p:txBody>
          <a:bodyPr>
            <a:normAutofit/>
          </a:bodyPr>
          <a:lstStyle>
            <a:lvl1pPr marL="0" indent="0">
              <a:buNone/>
              <a:defRPr sz="2000" b="1">
                <a:solidFill>
                  <a:srgbClr val="A002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CONTENTS</a:t>
            </a:r>
            <a:endParaRPr lang="zh-CN" altLang="en-US" dirty="0"/>
          </a:p>
        </p:txBody>
      </p:sp>
      <p:sp>
        <p:nvSpPr>
          <p:cNvPr id="12" name="文本占位符 10"/>
          <p:cNvSpPr>
            <a:spLocks noGrp="1"/>
          </p:cNvSpPr>
          <p:nvPr>
            <p:ph type="body" sz="quarter" idx="12" hasCustomPrompt="1"/>
          </p:nvPr>
        </p:nvSpPr>
        <p:spPr>
          <a:xfrm>
            <a:off x="6591300" y="2371726"/>
            <a:ext cx="600075" cy="59055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rgbClr val="A002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13" name="文本占位符 8"/>
          <p:cNvSpPr>
            <a:spLocks noGrp="1"/>
          </p:cNvSpPr>
          <p:nvPr>
            <p:ph type="body" sz="quarter" idx="13" hasCustomPrompt="1"/>
          </p:nvPr>
        </p:nvSpPr>
        <p:spPr>
          <a:xfrm>
            <a:off x="7067550" y="2381251"/>
            <a:ext cx="4076700" cy="552450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A0021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目录文字标题编辑区域</a:t>
            </a:r>
          </a:p>
        </p:txBody>
      </p:sp>
      <p:sp>
        <p:nvSpPr>
          <p:cNvPr id="14" name="文本占位符 10"/>
          <p:cNvSpPr>
            <a:spLocks noGrp="1"/>
          </p:cNvSpPr>
          <p:nvPr>
            <p:ph type="body" sz="quarter" idx="14" hasCustomPrompt="1"/>
          </p:nvPr>
        </p:nvSpPr>
        <p:spPr>
          <a:xfrm>
            <a:off x="6591300" y="3067052"/>
            <a:ext cx="600075" cy="59055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rgbClr val="A002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15" name="文本占位符 8"/>
          <p:cNvSpPr>
            <a:spLocks noGrp="1"/>
          </p:cNvSpPr>
          <p:nvPr>
            <p:ph type="body" sz="quarter" idx="15" hasCustomPrompt="1"/>
          </p:nvPr>
        </p:nvSpPr>
        <p:spPr>
          <a:xfrm>
            <a:off x="7067550" y="3076577"/>
            <a:ext cx="4076700" cy="552450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A0021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目录文字标题编辑区域</a:t>
            </a:r>
          </a:p>
        </p:txBody>
      </p:sp>
      <p:sp>
        <p:nvSpPr>
          <p:cNvPr id="16" name="文本占位符 10"/>
          <p:cNvSpPr>
            <a:spLocks noGrp="1"/>
          </p:cNvSpPr>
          <p:nvPr>
            <p:ph type="body" sz="quarter" idx="16" hasCustomPrompt="1"/>
          </p:nvPr>
        </p:nvSpPr>
        <p:spPr>
          <a:xfrm>
            <a:off x="6581775" y="3719512"/>
            <a:ext cx="600075" cy="59055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rgbClr val="A002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17" name="文本占位符 8"/>
          <p:cNvSpPr>
            <a:spLocks noGrp="1"/>
          </p:cNvSpPr>
          <p:nvPr>
            <p:ph type="body" sz="quarter" idx="17" hasCustomPrompt="1"/>
          </p:nvPr>
        </p:nvSpPr>
        <p:spPr>
          <a:xfrm>
            <a:off x="7058025" y="3729037"/>
            <a:ext cx="4076700" cy="552450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A0021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目录文字标题编辑区域</a:t>
            </a:r>
          </a:p>
        </p:txBody>
      </p:sp>
      <p:sp>
        <p:nvSpPr>
          <p:cNvPr id="18" name="文本占位符 10"/>
          <p:cNvSpPr>
            <a:spLocks noGrp="1"/>
          </p:cNvSpPr>
          <p:nvPr>
            <p:ph type="body" sz="quarter" idx="18" hasCustomPrompt="1"/>
          </p:nvPr>
        </p:nvSpPr>
        <p:spPr>
          <a:xfrm>
            <a:off x="6591300" y="4386263"/>
            <a:ext cx="600075" cy="590550"/>
          </a:xfrm>
        </p:spPr>
        <p:txBody>
          <a:bodyPr>
            <a:noAutofit/>
          </a:bodyPr>
          <a:lstStyle>
            <a:lvl1pPr marL="0" indent="0">
              <a:buNone/>
              <a:defRPr sz="2400" b="1">
                <a:solidFill>
                  <a:srgbClr val="A0021F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19" name="文本占位符 8"/>
          <p:cNvSpPr>
            <a:spLocks noGrp="1"/>
          </p:cNvSpPr>
          <p:nvPr>
            <p:ph type="body" sz="quarter" idx="19" hasCustomPrompt="1"/>
          </p:nvPr>
        </p:nvSpPr>
        <p:spPr>
          <a:xfrm>
            <a:off x="7067550" y="4395788"/>
            <a:ext cx="4076700" cy="552450"/>
          </a:xfrm>
        </p:spPr>
        <p:txBody>
          <a:bodyPr>
            <a:normAutofit/>
          </a:bodyPr>
          <a:lstStyle>
            <a:lvl1pPr marL="0" indent="0">
              <a:buNone/>
              <a:defRPr sz="2400" b="0">
                <a:solidFill>
                  <a:srgbClr val="A0021F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目录文字标题编辑区域</a:t>
            </a:r>
          </a:p>
        </p:txBody>
      </p:sp>
      <p:sp>
        <p:nvSpPr>
          <p:cNvPr id="20" name="矩形 19"/>
          <p:cNvSpPr/>
          <p:nvPr userDrawn="1"/>
        </p:nvSpPr>
        <p:spPr>
          <a:xfrm>
            <a:off x="6591300" y="1239203"/>
            <a:ext cx="3962400" cy="45719"/>
          </a:xfrm>
          <a:prstGeom prst="rect">
            <a:avLst/>
          </a:prstGeom>
          <a:solidFill>
            <a:srgbClr val="A002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1" name="图片 2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7818"/>
            <a:ext cx="5451318" cy="686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8708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sp>
        <p:nvSpPr>
          <p:cNvPr id="7" name="圆角矩形 6"/>
          <p:cNvSpPr/>
          <p:nvPr userDrawn="1"/>
        </p:nvSpPr>
        <p:spPr>
          <a:xfrm>
            <a:off x="340250" y="365125"/>
            <a:ext cx="11508059" cy="6356350"/>
          </a:xfrm>
          <a:prstGeom prst="roundRect">
            <a:avLst>
              <a:gd name="adj" fmla="val 3190"/>
            </a:avLst>
          </a:prstGeom>
          <a:solidFill>
            <a:schemeClr val="bg1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71294" y="598029"/>
            <a:ext cx="10515600" cy="561699"/>
          </a:xfrm>
        </p:spPr>
        <p:txBody>
          <a:bodyPr>
            <a:normAutofit/>
          </a:bodyPr>
          <a:lstStyle>
            <a:lvl1pPr>
              <a:defRPr sz="2000" b="0" i="0">
                <a:solidFill>
                  <a:schemeClr val="accent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0EA8E7-C140-A149-A3A9-D82F155615C4}" type="datetime1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889380" y="6356350"/>
            <a:ext cx="2743200" cy="365125"/>
          </a:xfrm>
        </p:spPr>
        <p:txBody>
          <a:bodyPr/>
          <a:lstStyle/>
          <a:p>
            <a:fld id="{B82FE9E3-5BCF-1E40-A6F4-2DE570F75BD3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sp>
        <p:nvSpPr>
          <p:cNvPr id="8" name="圆角矩形 7"/>
          <p:cNvSpPr/>
          <p:nvPr userDrawn="1"/>
        </p:nvSpPr>
        <p:spPr>
          <a:xfrm>
            <a:off x="701417" y="714531"/>
            <a:ext cx="45719" cy="261785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b="0" i="0" dirty="0"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295AFB-28E9-F74B-B8C0-039A13CDA9F5}" type="datetime1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FE9E3-5BCF-1E40-A6F4-2DE570F75BD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3D96A3-8C5F-CB42-9FC3-AEE9BECAFDAF}" type="datetime1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EDD002-C6AC-CD4A-A2C9-A5B83B63D33D}" type="slidenum">
              <a:rPr kumimoji="1" lang="zh-CN" altLang="en-US" smtClean="0"/>
              <a:t>‹#›</a:t>
            </a:fld>
            <a:endParaRPr kumimoji="1"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 cstate="screen"/>
          <a:stretch>
            <a:fillRect/>
          </a:stretch>
        </p:blipFill>
        <p:spPr>
          <a:xfrm>
            <a:off x="0" y="0"/>
            <a:ext cx="12188560" cy="6858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60618" y="-297399"/>
            <a:ext cx="4937923" cy="276013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620072-E9A1-934C-A62D-D03FFB78E36F}" type="datetime1">
              <a:rPr kumimoji="1" lang="zh-CN" altLang="en-US" smtClean="0"/>
              <a:t>2025/11/19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1A770F-9D5A-0344-B4AE-0BE1D5CAFDB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íṥļïḑê">
            <a:extLst>
              <a:ext uri="{FF2B5EF4-FFF2-40B4-BE49-F238E27FC236}">
                <a16:creationId xmlns:a16="http://schemas.microsoft.com/office/drawing/2014/main" id="{0165F62C-A758-4400-81FA-163AB7A281B4}"/>
              </a:ext>
            </a:extLst>
          </p:cNvPr>
          <p:cNvGrpSpPr/>
          <p:nvPr userDrawn="1"/>
        </p:nvGrpSpPr>
        <p:grpSpPr>
          <a:xfrm>
            <a:off x="326389" y="346710"/>
            <a:ext cx="425450" cy="530860"/>
            <a:chOff x="996950" y="1409700"/>
            <a:chExt cx="3217863" cy="4044950"/>
          </a:xfrm>
          <a:solidFill>
            <a:srgbClr val="A80C11"/>
          </a:solidFill>
        </p:grpSpPr>
        <p:sp>
          <p:nvSpPr>
            <p:cNvPr id="6" name="ïS1íḑé">
              <a:extLst>
                <a:ext uri="{FF2B5EF4-FFF2-40B4-BE49-F238E27FC236}">
                  <a16:creationId xmlns:a16="http://schemas.microsoft.com/office/drawing/2014/main" id="{2D2836C6-CB91-4D89-9416-17CE30128D2A}"/>
                </a:ext>
              </a:extLst>
            </p:cNvPr>
            <p:cNvSpPr/>
            <p:nvPr/>
          </p:nvSpPr>
          <p:spPr bwMode="auto">
            <a:xfrm>
              <a:off x="996950" y="1409700"/>
              <a:ext cx="3217863" cy="4044950"/>
            </a:xfrm>
            <a:custGeom>
              <a:avLst/>
              <a:gdLst>
                <a:gd name="T0" fmla="*/ 498 w 976"/>
                <a:gd name="T1" fmla="*/ 0 h 1227"/>
                <a:gd name="T2" fmla="*/ 478 w 976"/>
                <a:gd name="T3" fmla="*/ 0 h 1227"/>
                <a:gd name="T4" fmla="*/ 0 w 976"/>
                <a:gd name="T5" fmla="*/ 477 h 1227"/>
                <a:gd name="T6" fmla="*/ 0 w 976"/>
                <a:gd name="T7" fmla="*/ 750 h 1227"/>
                <a:gd name="T8" fmla="*/ 478 w 976"/>
                <a:gd name="T9" fmla="*/ 1227 h 1227"/>
                <a:gd name="T10" fmla="*/ 498 w 976"/>
                <a:gd name="T11" fmla="*/ 1227 h 1227"/>
                <a:gd name="T12" fmla="*/ 976 w 976"/>
                <a:gd name="T13" fmla="*/ 750 h 1227"/>
                <a:gd name="T14" fmla="*/ 976 w 976"/>
                <a:gd name="T15" fmla="*/ 477 h 1227"/>
                <a:gd name="T16" fmla="*/ 498 w 976"/>
                <a:gd name="T17" fmla="*/ 0 h 1227"/>
                <a:gd name="T18" fmla="*/ 963 w 976"/>
                <a:gd name="T19" fmla="*/ 750 h 1227"/>
                <a:gd name="T20" fmla="*/ 498 w 976"/>
                <a:gd name="T21" fmla="*/ 1215 h 1227"/>
                <a:gd name="T22" fmla="*/ 478 w 976"/>
                <a:gd name="T23" fmla="*/ 1215 h 1227"/>
                <a:gd name="T24" fmla="*/ 13 w 976"/>
                <a:gd name="T25" fmla="*/ 750 h 1227"/>
                <a:gd name="T26" fmla="*/ 13 w 976"/>
                <a:gd name="T27" fmla="*/ 477 h 1227"/>
                <a:gd name="T28" fmla="*/ 478 w 976"/>
                <a:gd name="T29" fmla="*/ 12 h 1227"/>
                <a:gd name="T30" fmla="*/ 498 w 976"/>
                <a:gd name="T31" fmla="*/ 12 h 1227"/>
                <a:gd name="T32" fmla="*/ 963 w 976"/>
                <a:gd name="T33" fmla="*/ 477 h 1227"/>
                <a:gd name="T34" fmla="*/ 963 w 976"/>
                <a:gd name="T35" fmla="*/ 750 h 1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6" h="1227">
                  <a:moveTo>
                    <a:pt x="498" y="0"/>
                  </a:moveTo>
                  <a:cubicBezTo>
                    <a:pt x="478" y="0"/>
                    <a:pt x="478" y="0"/>
                    <a:pt x="478" y="0"/>
                  </a:cubicBezTo>
                  <a:cubicBezTo>
                    <a:pt x="215" y="0"/>
                    <a:pt x="0" y="215"/>
                    <a:pt x="0" y="477"/>
                  </a:cubicBezTo>
                  <a:cubicBezTo>
                    <a:pt x="0" y="750"/>
                    <a:pt x="0" y="750"/>
                    <a:pt x="0" y="750"/>
                  </a:cubicBezTo>
                  <a:cubicBezTo>
                    <a:pt x="0" y="1012"/>
                    <a:pt x="215" y="1227"/>
                    <a:pt x="478" y="1227"/>
                  </a:cubicBezTo>
                  <a:cubicBezTo>
                    <a:pt x="498" y="1227"/>
                    <a:pt x="498" y="1227"/>
                    <a:pt x="498" y="1227"/>
                  </a:cubicBezTo>
                  <a:cubicBezTo>
                    <a:pt x="761" y="1227"/>
                    <a:pt x="976" y="1012"/>
                    <a:pt x="976" y="750"/>
                  </a:cubicBezTo>
                  <a:cubicBezTo>
                    <a:pt x="976" y="477"/>
                    <a:pt x="976" y="477"/>
                    <a:pt x="976" y="477"/>
                  </a:cubicBezTo>
                  <a:cubicBezTo>
                    <a:pt x="976" y="215"/>
                    <a:pt x="761" y="0"/>
                    <a:pt x="498" y="0"/>
                  </a:cubicBezTo>
                  <a:close/>
                  <a:moveTo>
                    <a:pt x="963" y="750"/>
                  </a:moveTo>
                  <a:cubicBezTo>
                    <a:pt x="963" y="1005"/>
                    <a:pt x="754" y="1215"/>
                    <a:pt x="498" y="1215"/>
                  </a:cubicBezTo>
                  <a:cubicBezTo>
                    <a:pt x="478" y="1215"/>
                    <a:pt x="478" y="1215"/>
                    <a:pt x="478" y="1215"/>
                  </a:cubicBezTo>
                  <a:cubicBezTo>
                    <a:pt x="222" y="1215"/>
                    <a:pt x="13" y="1005"/>
                    <a:pt x="13" y="750"/>
                  </a:cubicBezTo>
                  <a:cubicBezTo>
                    <a:pt x="13" y="477"/>
                    <a:pt x="13" y="477"/>
                    <a:pt x="13" y="477"/>
                  </a:cubicBezTo>
                  <a:cubicBezTo>
                    <a:pt x="13" y="221"/>
                    <a:pt x="222" y="12"/>
                    <a:pt x="478" y="12"/>
                  </a:cubicBezTo>
                  <a:cubicBezTo>
                    <a:pt x="498" y="12"/>
                    <a:pt x="498" y="12"/>
                    <a:pt x="498" y="12"/>
                  </a:cubicBezTo>
                  <a:cubicBezTo>
                    <a:pt x="754" y="12"/>
                    <a:pt x="963" y="221"/>
                    <a:pt x="963" y="477"/>
                  </a:cubicBezTo>
                  <a:lnTo>
                    <a:pt x="963" y="75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7" name="iŝḻïḍé">
              <a:extLst>
                <a:ext uri="{FF2B5EF4-FFF2-40B4-BE49-F238E27FC236}">
                  <a16:creationId xmlns:a16="http://schemas.microsoft.com/office/drawing/2014/main" id="{3402C1AB-1228-41CB-937E-568872FF284D}"/>
                </a:ext>
              </a:extLst>
            </p:cNvPr>
            <p:cNvSpPr/>
            <p:nvPr/>
          </p:nvSpPr>
          <p:spPr bwMode="auto">
            <a:xfrm>
              <a:off x="2095500" y="1581150"/>
              <a:ext cx="61913" cy="60325"/>
            </a:xfrm>
            <a:custGeom>
              <a:avLst/>
              <a:gdLst>
                <a:gd name="T0" fmla="*/ 9 w 19"/>
                <a:gd name="T1" fmla="*/ 18 h 18"/>
                <a:gd name="T2" fmla="*/ 15 w 19"/>
                <a:gd name="T3" fmla="*/ 18 h 18"/>
                <a:gd name="T4" fmla="*/ 19 w 19"/>
                <a:gd name="T5" fmla="*/ 15 h 18"/>
                <a:gd name="T6" fmla="*/ 0 w 19"/>
                <a:gd name="T7" fmla="*/ 9 h 18"/>
                <a:gd name="T8" fmla="*/ 9 w 19"/>
                <a:gd name="T9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8">
                  <a:moveTo>
                    <a:pt x="9" y="18"/>
                  </a:moveTo>
                  <a:cubicBezTo>
                    <a:pt x="15" y="18"/>
                    <a:pt x="15" y="18"/>
                    <a:pt x="15" y="18"/>
                  </a:cubicBezTo>
                  <a:cubicBezTo>
                    <a:pt x="17" y="18"/>
                    <a:pt x="19" y="17"/>
                    <a:pt x="19" y="15"/>
                  </a:cubicBezTo>
                  <a:cubicBezTo>
                    <a:pt x="19" y="8"/>
                    <a:pt x="0" y="0"/>
                    <a:pt x="0" y="9"/>
                  </a:cubicBezTo>
                  <a:cubicBezTo>
                    <a:pt x="0" y="13"/>
                    <a:pt x="5" y="18"/>
                    <a:pt x="9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8" name="ïSľíḋè">
              <a:extLst>
                <a:ext uri="{FF2B5EF4-FFF2-40B4-BE49-F238E27FC236}">
                  <a16:creationId xmlns:a16="http://schemas.microsoft.com/office/drawing/2014/main" id="{F4D877AE-550E-40E6-B396-B20A6178FCE4}"/>
                </a:ext>
              </a:extLst>
            </p:cNvPr>
            <p:cNvSpPr/>
            <p:nvPr/>
          </p:nvSpPr>
          <p:spPr bwMode="auto">
            <a:xfrm>
              <a:off x="1425575" y="1835150"/>
              <a:ext cx="2360613" cy="3194050"/>
            </a:xfrm>
            <a:custGeom>
              <a:avLst/>
              <a:gdLst>
                <a:gd name="T0" fmla="*/ 358 w 716"/>
                <a:gd name="T1" fmla="*/ 0 h 969"/>
                <a:gd name="T2" fmla="*/ 0 w 716"/>
                <a:gd name="T3" fmla="*/ 342 h 969"/>
                <a:gd name="T4" fmla="*/ 0 w 716"/>
                <a:gd name="T5" fmla="*/ 627 h 969"/>
                <a:gd name="T6" fmla="*/ 358 w 716"/>
                <a:gd name="T7" fmla="*/ 969 h 969"/>
                <a:gd name="T8" fmla="*/ 716 w 716"/>
                <a:gd name="T9" fmla="*/ 627 h 969"/>
                <a:gd name="T10" fmla="*/ 716 w 716"/>
                <a:gd name="T11" fmla="*/ 342 h 969"/>
                <a:gd name="T12" fmla="*/ 358 w 716"/>
                <a:gd name="T13" fmla="*/ 0 h 969"/>
                <a:gd name="T14" fmla="*/ 703 w 716"/>
                <a:gd name="T15" fmla="*/ 627 h 969"/>
                <a:gd name="T16" fmla="*/ 358 w 716"/>
                <a:gd name="T17" fmla="*/ 956 h 969"/>
                <a:gd name="T18" fmla="*/ 13 w 716"/>
                <a:gd name="T19" fmla="*/ 627 h 969"/>
                <a:gd name="T20" fmla="*/ 13 w 716"/>
                <a:gd name="T21" fmla="*/ 342 h 969"/>
                <a:gd name="T22" fmla="*/ 358 w 716"/>
                <a:gd name="T23" fmla="*/ 13 h 969"/>
                <a:gd name="T24" fmla="*/ 703 w 716"/>
                <a:gd name="T25" fmla="*/ 342 h 969"/>
                <a:gd name="T26" fmla="*/ 703 w 716"/>
                <a:gd name="T27" fmla="*/ 627 h 9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16" h="969">
                  <a:moveTo>
                    <a:pt x="358" y="0"/>
                  </a:moveTo>
                  <a:cubicBezTo>
                    <a:pt x="161" y="0"/>
                    <a:pt x="0" y="154"/>
                    <a:pt x="0" y="342"/>
                  </a:cubicBezTo>
                  <a:cubicBezTo>
                    <a:pt x="0" y="627"/>
                    <a:pt x="0" y="627"/>
                    <a:pt x="0" y="627"/>
                  </a:cubicBezTo>
                  <a:cubicBezTo>
                    <a:pt x="0" y="815"/>
                    <a:pt x="161" y="969"/>
                    <a:pt x="358" y="969"/>
                  </a:cubicBezTo>
                  <a:cubicBezTo>
                    <a:pt x="555" y="969"/>
                    <a:pt x="716" y="815"/>
                    <a:pt x="716" y="627"/>
                  </a:cubicBezTo>
                  <a:cubicBezTo>
                    <a:pt x="716" y="342"/>
                    <a:pt x="716" y="342"/>
                    <a:pt x="716" y="342"/>
                  </a:cubicBezTo>
                  <a:cubicBezTo>
                    <a:pt x="716" y="154"/>
                    <a:pt x="555" y="0"/>
                    <a:pt x="358" y="0"/>
                  </a:cubicBezTo>
                  <a:close/>
                  <a:moveTo>
                    <a:pt x="703" y="627"/>
                  </a:moveTo>
                  <a:cubicBezTo>
                    <a:pt x="703" y="808"/>
                    <a:pt x="548" y="956"/>
                    <a:pt x="358" y="956"/>
                  </a:cubicBezTo>
                  <a:cubicBezTo>
                    <a:pt x="168" y="956"/>
                    <a:pt x="13" y="808"/>
                    <a:pt x="13" y="627"/>
                  </a:cubicBezTo>
                  <a:cubicBezTo>
                    <a:pt x="13" y="342"/>
                    <a:pt x="13" y="342"/>
                    <a:pt x="13" y="342"/>
                  </a:cubicBezTo>
                  <a:cubicBezTo>
                    <a:pt x="13" y="161"/>
                    <a:pt x="168" y="13"/>
                    <a:pt x="358" y="13"/>
                  </a:cubicBezTo>
                  <a:cubicBezTo>
                    <a:pt x="548" y="13"/>
                    <a:pt x="703" y="161"/>
                    <a:pt x="703" y="342"/>
                  </a:cubicBezTo>
                  <a:lnTo>
                    <a:pt x="703" y="6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9" name="i$lîḍé">
              <a:extLst>
                <a:ext uri="{FF2B5EF4-FFF2-40B4-BE49-F238E27FC236}">
                  <a16:creationId xmlns:a16="http://schemas.microsoft.com/office/drawing/2014/main" id="{CDF0E012-F079-497A-8A2B-268A946F187C}"/>
                </a:ext>
              </a:extLst>
            </p:cNvPr>
            <p:cNvSpPr/>
            <p:nvPr/>
          </p:nvSpPr>
          <p:spPr bwMode="auto">
            <a:xfrm>
              <a:off x="2108200" y="5035550"/>
              <a:ext cx="131763" cy="265113"/>
            </a:xfrm>
            <a:custGeom>
              <a:avLst/>
              <a:gdLst>
                <a:gd name="T0" fmla="*/ 0 w 83"/>
                <a:gd name="T1" fmla="*/ 160 h 167"/>
                <a:gd name="T2" fmla="*/ 23 w 83"/>
                <a:gd name="T3" fmla="*/ 167 h 167"/>
                <a:gd name="T4" fmla="*/ 83 w 83"/>
                <a:gd name="T5" fmla="*/ 5 h 167"/>
                <a:gd name="T6" fmla="*/ 60 w 83"/>
                <a:gd name="T7" fmla="*/ 0 h 167"/>
                <a:gd name="T8" fmla="*/ 0 w 83"/>
                <a:gd name="T9" fmla="*/ 160 h 1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3" h="167">
                  <a:moveTo>
                    <a:pt x="0" y="160"/>
                  </a:moveTo>
                  <a:lnTo>
                    <a:pt x="23" y="167"/>
                  </a:lnTo>
                  <a:lnTo>
                    <a:pt x="83" y="5"/>
                  </a:lnTo>
                  <a:lnTo>
                    <a:pt x="60" y="0"/>
                  </a:lnTo>
                  <a:lnTo>
                    <a:pt x="0" y="16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0" name="íŝlíḓé">
              <a:extLst>
                <a:ext uri="{FF2B5EF4-FFF2-40B4-BE49-F238E27FC236}">
                  <a16:creationId xmlns:a16="http://schemas.microsoft.com/office/drawing/2014/main" id="{6D19EE6C-BB70-4B4B-8E75-9C7960BC0FA6}"/>
                </a:ext>
              </a:extLst>
            </p:cNvPr>
            <p:cNvSpPr/>
            <p:nvPr/>
          </p:nvSpPr>
          <p:spPr bwMode="auto">
            <a:xfrm>
              <a:off x="2579688" y="5081588"/>
              <a:ext cx="193675" cy="274638"/>
            </a:xfrm>
            <a:custGeom>
              <a:avLst/>
              <a:gdLst>
                <a:gd name="T0" fmla="*/ 49 w 59"/>
                <a:gd name="T1" fmla="*/ 51 h 83"/>
                <a:gd name="T2" fmla="*/ 34 w 59"/>
                <a:gd name="T3" fmla="*/ 71 h 83"/>
                <a:gd name="T4" fmla="*/ 18 w 59"/>
                <a:gd name="T5" fmla="*/ 69 h 83"/>
                <a:gd name="T6" fmla="*/ 10 w 59"/>
                <a:gd name="T7" fmla="*/ 59 h 83"/>
                <a:gd name="T8" fmla="*/ 10 w 59"/>
                <a:gd name="T9" fmla="*/ 0 h 83"/>
                <a:gd name="T10" fmla="*/ 0 w 59"/>
                <a:gd name="T11" fmla="*/ 0 h 83"/>
                <a:gd name="T12" fmla="*/ 0 w 59"/>
                <a:gd name="T13" fmla="*/ 60 h 83"/>
                <a:gd name="T14" fmla="*/ 27 w 59"/>
                <a:gd name="T15" fmla="*/ 83 h 83"/>
                <a:gd name="T16" fmla="*/ 31 w 59"/>
                <a:gd name="T17" fmla="*/ 83 h 83"/>
                <a:gd name="T18" fmla="*/ 59 w 59"/>
                <a:gd name="T19" fmla="*/ 57 h 83"/>
                <a:gd name="T20" fmla="*/ 59 w 59"/>
                <a:gd name="T21" fmla="*/ 0 h 83"/>
                <a:gd name="T22" fmla="*/ 49 w 59"/>
                <a:gd name="T23" fmla="*/ 0 h 83"/>
                <a:gd name="T24" fmla="*/ 49 w 59"/>
                <a:gd name="T25" fmla="*/ 51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" h="83">
                  <a:moveTo>
                    <a:pt x="49" y="51"/>
                  </a:moveTo>
                  <a:cubicBezTo>
                    <a:pt x="49" y="60"/>
                    <a:pt x="43" y="72"/>
                    <a:pt x="34" y="71"/>
                  </a:cubicBezTo>
                  <a:cubicBezTo>
                    <a:pt x="18" y="69"/>
                    <a:pt x="18" y="69"/>
                    <a:pt x="18" y="69"/>
                  </a:cubicBezTo>
                  <a:cubicBezTo>
                    <a:pt x="15" y="66"/>
                    <a:pt x="10" y="63"/>
                    <a:pt x="10" y="59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0" y="72"/>
                    <a:pt x="15" y="83"/>
                    <a:pt x="27" y="83"/>
                  </a:cubicBezTo>
                  <a:cubicBezTo>
                    <a:pt x="31" y="83"/>
                    <a:pt x="31" y="83"/>
                    <a:pt x="31" y="83"/>
                  </a:cubicBezTo>
                  <a:cubicBezTo>
                    <a:pt x="44" y="83"/>
                    <a:pt x="59" y="70"/>
                    <a:pt x="59" y="57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49" y="0"/>
                    <a:pt x="49" y="0"/>
                    <a:pt x="49" y="0"/>
                  </a:cubicBezTo>
                  <a:lnTo>
                    <a:pt x="49" y="5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1" name="îS1îďe">
              <a:extLst>
                <a:ext uri="{FF2B5EF4-FFF2-40B4-BE49-F238E27FC236}">
                  <a16:creationId xmlns:a16="http://schemas.microsoft.com/office/drawing/2014/main" id="{2E86D371-CB4E-42E1-98F3-A75F7D5D67EC}"/>
                </a:ext>
              </a:extLst>
            </p:cNvPr>
            <p:cNvSpPr/>
            <p:nvPr/>
          </p:nvSpPr>
          <p:spPr bwMode="auto">
            <a:xfrm>
              <a:off x="2820988" y="5013325"/>
              <a:ext cx="273050" cy="312738"/>
            </a:xfrm>
            <a:custGeom>
              <a:avLst/>
              <a:gdLst>
                <a:gd name="T0" fmla="*/ 46 w 83"/>
                <a:gd name="T1" fmla="*/ 1 h 95"/>
                <a:gd name="T2" fmla="*/ 63 w 83"/>
                <a:gd name="T3" fmla="*/ 56 h 95"/>
                <a:gd name="T4" fmla="*/ 8 w 83"/>
                <a:gd name="T5" fmla="*/ 15 h 95"/>
                <a:gd name="T6" fmla="*/ 0 w 83"/>
                <a:gd name="T7" fmla="*/ 18 h 95"/>
                <a:gd name="T8" fmla="*/ 25 w 83"/>
                <a:gd name="T9" fmla="*/ 95 h 95"/>
                <a:gd name="T10" fmla="*/ 37 w 83"/>
                <a:gd name="T11" fmla="*/ 92 h 95"/>
                <a:gd name="T12" fmla="*/ 17 w 83"/>
                <a:gd name="T13" fmla="*/ 34 h 95"/>
                <a:gd name="T14" fmla="*/ 72 w 83"/>
                <a:gd name="T15" fmla="*/ 80 h 95"/>
                <a:gd name="T16" fmla="*/ 83 w 83"/>
                <a:gd name="T17" fmla="*/ 77 h 95"/>
                <a:gd name="T18" fmla="*/ 57 w 83"/>
                <a:gd name="T19" fmla="*/ 0 h 95"/>
                <a:gd name="T20" fmla="*/ 46 w 83"/>
                <a:gd name="T21" fmla="*/ 1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3" h="95">
                  <a:moveTo>
                    <a:pt x="46" y="1"/>
                  </a:moveTo>
                  <a:cubicBezTo>
                    <a:pt x="63" y="56"/>
                    <a:pt x="63" y="56"/>
                    <a:pt x="63" y="56"/>
                  </a:cubicBezTo>
                  <a:cubicBezTo>
                    <a:pt x="53" y="53"/>
                    <a:pt x="16" y="15"/>
                    <a:pt x="8" y="15"/>
                  </a:cubicBezTo>
                  <a:cubicBezTo>
                    <a:pt x="7" y="15"/>
                    <a:pt x="1" y="17"/>
                    <a:pt x="0" y="18"/>
                  </a:cubicBezTo>
                  <a:cubicBezTo>
                    <a:pt x="25" y="95"/>
                    <a:pt x="25" y="95"/>
                    <a:pt x="25" y="95"/>
                  </a:cubicBezTo>
                  <a:cubicBezTo>
                    <a:pt x="37" y="92"/>
                    <a:pt x="37" y="92"/>
                    <a:pt x="37" y="92"/>
                  </a:cubicBezTo>
                  <a:cubicBezTo>
                    <a:pt x="17" y="34"/>
                    <a:pt x="17" y="34"/>
                    <a:pt x="17" y="34"/>
                  </a:cubicBezTo>
                  <a:cubicBezTo>
                    <a:pt x="72" y="80"/>
                    <a:pt x="72" y="80"/>
                    <a:pt x="72" y="80"/>
                  </a:cubicBezTo>
                  <a:cubicBezTo>
                    <a:pt x="83" y="77"/>
                    <a:pt x="83" y="77"/>
                    <a:pt x="83" y="77"/>
                  </a:cubicBezTo>
                  <a:cubicBezTo>
                    <a:pt x="57" y="0"/>
                    <a:pt x="57" y="0"/>
                    <a:pt x="57" y="0"/>
                  </a:cubicBezTo>
                  <a:lnTo>
                    <a:pt x="46" y="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2" name="îṥḷiďê">
              <a:extLst>
                <a:ext uri="{FF2B5EF4-FFF2-40B4-BE49-F238E27FC236}">
                  <a16:creationId xmlns:a16="http://schemas.microsoft.com/office/drawing/2014/main" id="{D0EC8C78-BBB2-438B-8910-A7FB705F9E11}"/>
                </a:ext>
              </a:extLst>
            </p:cNvPr>
            <p:cNvSpPr/>
            <p:nvPr/>
          </p:nvSpPr>
          <p:spPr bwMode="auto">
            <a:xfrm>
              <a:off x="3078163" y="4970463"/>
              <a:ext cx="171450" cy="247650"/>
            </a:xfrm>
            <a:custGeom>
              <a:avLst/>
              <a:gdLst>
                <a:gd name="T0" fmla="*/ 0 w 108"/>
                <a:gd name="T1" fmla="*/ 8 h 156"/>
                <a:gd name="T2" fmla="*/ 89 w 108"/>
                <a:gd name="T3" fmla="*/ 156 h 156"/>
                <a:gd name="T4" fmla="*/ 108 w 108"/>
                <a:gd name="T5" fmla="*/ 145 h 156"/>
                <a:gd name="T6" fmla="*/ 20 w 108"/>
                <a:gd name="T7" fmla="*/ 0 h 156"/>
                <a:gd name="T8" fmla="*/ 0 w 108"/>
                <a:gd name="T9" fmla="*/ 8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8" h="156">
                  <a:moveTo>
                    <a:pt x="0" y="8"/>
                  </a:moveTo>
                  <a:lnTo>
                    <a:pt x="89" y="156"/>
                  </a:lnTo>
                  <a:lnTo>
                    <a:pt x="108" y="145"/>
                  </a:lnTo>
                  <a:lnTo>
                    <a:pt x="20" y="0"/>
                  </a:lnTo>
                  <a:lnTo>
                    <a:pt x="0" y="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3" name="îšľíďê">
              <a:extLst>
                <a:ext uri="{FF2B5EF4-FFF2-40B4-BE49-F238E27FC236}">
                  <a16:creationId xmlns:a16="http://schemas.microsoft.com/office/drawing/2014/main" id="{A6783540-4772-4AEB-84BF-0760250E01EB}"/>
                </a:ext>
              </a:extLst>
            </p:cNvPr>
            <p:cNvSpPr/>
            <p:nvPr/>
          </p:nvSpPr>
          <p:spPr bwMode="auto">
            <a:xfrm>
              <a:off x="3189288" y="4835525"/>
              <a:ext cx="241300" cy="293688"/>
            </a:xfrm>
            <a:custGeom>
              <a:avLst/>
              <a:gdLst>
                <a:gd name="T0" fmla="*/ 48 w 73"/>
                <a:gd name="T1" fmla="*/ 6 h 89"/>
                <a:gd name="T2" fmla="*/ 60 w 73"/>
                <a:gd name="T3" fmla="*/ 69 h 89"/>
                <a:gd name="T4" fmla="*/ 11 w 73"/>
                <a:gd name="T5" fmla="*/ 29 h 89"/>
                <a:gd name="T6" fmla="*/ 0 w 73"/>
                <a:gd name="T7" fmla="*/ 34 h 89"/>
                <a:gd name="T8" fmla="*/ 69 w 73"/>
                <a:gd name="T9" fmla="*/ 89 h 89"/>
                <a:gd name="T10" fmla="*/ 73 w 73"/>
                <a:gd name="T11" fmla="*/ 86 h 89"/>
                <a:gd name="T12" fmla="*/ 58 w 73"/>
                <a:gd name="T13" fmla="*/ 0 h 89"/>
                <a:gd name="T14" fmla="*/ 48 w 73"/>
                <a:gd name="T15" fmla="*/ 6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3" h="89">
                  <a:moveTo>
                    <a:pt x="48" y="6"/>
                  </a:moveTo>
                  <a:cubicBezTo>
                    <a:pt x="48" y="25"/>
                    <a:pt x="58" y="50"/>
                    <a:pt x="60" y="69"/>
                  </a:cubicBezTo>
                  <a:cubicBezTo>
                    <a:pt x="52" y="65"/>
                    <a:pt x="12" y="29"/>
                    <a:pt x="11" y="29"/>
                  </a:cubicBezTo>
                  <a:cubicBezTo>
                    <a:pt x="7" y="29"/>
                    <a:pt x="2" y="32"/>
                    <a:pt x="0" y="34"/>
                  </a:cubicBezTo>
                  <a:cubicBezTo>
                    <a:pt x="4" y="39"/>
                    <a:pt x="65" y="89"/>
                    <a:pt x="69" y="89"/>
                  </a:cubicBezTo>
                  <a:cubicBezTo>
                    <a:pt x="69" y="89"/>
                    <a:pt x="72" y="87"/>
                    <a:pt x="73" y="86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5" y="1"/>
                    <a:pt x="48" y="4"/>
                    <a:pt x="48" y="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4" name="işľîḑe">
              <a:extLst>
                <a:ext uri="{FF2B5EF4-FFF2-40B4-BE49-F238E27FC236}">
                  <a16:creationId xmlns:a16="http://schemas.microsoft.com/office/drawing/2014/main" id="{87F992F2-2536-4584-8F23-521EA1374755}"/>
                </a:ext>
              </a:extLst>
            </p:cNvPr>
            <p:cNvSpPr/>
            <p:nvPr/>
          </p:nvSpPr>
          <p:spPr bwMode="auto">
            <a:xfrm>
              <a:off x="1590675" y="4738688"/>
              <a:ext cx="325438" cy="327025"/>
            </a:xfrm>
            <a:custGeom>
              <a:avLst/>
              <a:gdLst>
                <a:gd name="T0" fmla="*/ 189 w 205"/>
                <a:gd name="T1" fmla="*/ 67 h 206"/>
                <a:gd name="T2" fmla="*/ 143 w 205"/>
                <a:gd name="T3" fmla="*/ 115 h 206"/>
                <a:gd name="T4" fmla="*/ 87 w 205"/>
                <a:gd name="T5" fmla="*/ 65 h 206"/>
                <a:gd name="T6" fmla="*/ 131 w 205"/>
                <a:gd name="T7" fmla="*/ 15 h 206"/>
                <a:gd name="T8" fmla="*/ 116 w 205"/>
                <a:gd name="T9" fmla="*/ 0 h 206"/>
                <a:gd name="T10" fmla="*/ 0 w 205"/>
                <a:gd name="T11" fmla="*/ 125 h 206"/>
                <a:gd name="T12" fmla="*/ 12 w 205"/>
                <a:gd name="T13" fmla="*/ 142 h 206"/>
                <a:gd name="T14" fmla="*/ 70 w 205"/>
                <a:gd name="T15" fmla="*/ 81 h 206"/>
                <a:gd name="T16" fmla="*/ 126 w 205"/>
                <a:gd name="T17" fmla="*/ 133 h 206"/>
                <a:gd name="T18" fmla="*/ 70 w 205"/>
                <a:gd name="T19" fmla="*/ 194 h 206"/>
                <a:gd name="T20" fmla="*/ 85 w 205"/>
                <a:gd name="T21" fmla="*/ 206 h 206"/>
                <a:gd name="T22" fmla="*/ 205 w 205"/>
                <a:gd name="T23" fmla="*/ 81 h 206"/>
                <a:gd name="T24" fmla="*/ 189 w 205"/>
                <a:gd name="T25" fmla="*/ 67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05" h="206">
                  <a:moveTo>
                    <a:pt x="189" y="67"/>
                  </a:moveTo>
                  <a:lnTo>
                    <a:pt x="143" y="115"/>
                  </a:lnTo>
                  <a:lnTo>
                    <a:pt x="87" y="65"/>
                  </a:lnTo>
                  <a:lnTo>
                    <a:pt x="131" y="15"/>
                  </a:lnTo>
                  <a:lnTo>
                    <a:pt x="116" y="0"/>
                  </a:lnTo>
                  <a:lnTo>
                    <a:pt x="0" y="125"/>
                  </a:lnTo>
                  <a:lnTo>
                    <a:pt x="12" y="142"/>
                  </a:lnTo>
                  <a:lnTo>
                    <a:pt x="70" y="81"/>
                  </a:lnTo>
                  <a:lnTo>
                    <a:pt x="126" y="133"/>
                  </a:lnTo>
                  <a:lnTo>
                    <a:pt x="70" y="194"/>
                  </a:lnTo>
                  <a:lnTo>
                    <a:pt x="85" y="206"/>
                  </a:lnTo>
                  <a:lnTo>
                    <a:pt x="205" y="81"/>
                  </a:lnTo>
                  <a:lnTo>
                    <a:pt x="189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5" name="îsļídê">
              <a:extLst>
                <a:ext uri="{FF2B5EF4-FFF2-40B4-BE49-F238E27FC236}">
                  <a16:creationId xmlns:a16="http://schemas.microsoft.com/office/drawing/2014/main" id="{FBDDB6F3-36C2-45CC-AE97-D7B5B7EA7FB3}"/>
                </a:ext>
              </a:extLst>
            </p:cNvPr>
            <p:cNvSpPr/>
            <p:nvPr/>
          </p:nvSpPr>
          <p:spPr bwMode="auto">
            <a:xfrm>
              <a:off x="1830388" y="4946650"/>
              <a:ext cx="250825" cy="303213"/>
            </a:xfrm>
            <a:custGeom>
              <a:avLst/>
              <a:gdLst>
                <a:gd name="T0" fmla="*/ 67 w 76"/>
                <a:gd name="T1" fmla="*/ 0 h 92"/>
                <a:gd name="T2" fmla="*/ 0 w 76"/>
                <a:gd name="T3" fmla="*/ 57 h 92"/>
                <a:gd name="T4" fmla="*/ 10 w 76"/>
                <a:gd name="T5" fmla="*/ 61 h 92"/>
                <a:gd name="T6" fmla="*/ 28 w 76"/>
                <a:gd name="T7" fmla="*/ 46 h 92"/>
                <a:gd name="T8" fmla="*/ 55 w 76"/>
                <a:gd name="T9" fmla="*/ 66 h 92"/>
                <a:gd name="T10" fmla="*/ 55 w 76"/>
                <a:gd name="T11" fmla="*/ 70 h 92"/>
                <a:gd name="T12" fmla="*/ 53 w 76"/>
                <a:gd name="T13" fmla="*/ 86 h 92"/>
                <a:gd name="T14" fmla="*/ 64 w 76"/>
                <a:gd name="T15" fmla="*/ 92 h 92"/>
                <a:gd name="T16" fmla="*/ 76 w 76"/>
                <a:gd name="T17" fmla="*/ 6 h 92"/>
                <a:gd name="T18" fmla="*/ 67 w 76"/>
                <a:gd name="T19" fmla="*/ 0 h 92"/>
                <a:gd name="T20" fmla="*/ 57 w 76"/>
                <a:gd name="T21" fmla="*/ 52 h 92"/>
                <a:gd name="T22" fmla="*/ 36 w 76"/>
                <a:gd name="T23" fmla="*/ 40 h 92"/>
                <a:gd name="T24" fmla="*/ 63 w 76"/>
                <a:gd name="T25" fmla="*/ 18 h 92"/>
                <a:gd name="T26" fmla="*/ 57 w 76"/>
                <a:gd name="T27" fmla="*/ 5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6" h="92">
                  <a:moveTo>
                    <a:pt x="67" y="0"/>
                  </a:moveTo>
                  <a:cubicBezTo>
                    <a:pt x="65" y="0"/>
                    <a:pt x="1" y="54"/>
                    <a:pt x="0" y="57"/>
                  </a:cubicBezTo>
                  <a:cubicBezTo>
                    <a:pt x="10" y="61"/>
                    <a:pt x="10" y="61"/>
                    <a:pt x="10" y="61"/>
                  </a:cubicBezTo>
                  <a:cubicBezTo>
                    <a:pt x="28" y="46"/>
                    <a:pt x="28" y="46"/>
                    <a:pt x="28" y="46"/>
                  </a:cubicBezTo>
                  <a:cubicBezTo>
                    <a:pt x="32" y="49"/>
                    <a:pt x="55" y="61"/>
                    <a:pt x="55" y="66"/>
                  </a:cubicBezTo>
                  <a:cubicBezTo>
                    <a:pt x="55" y="70"/>
                    <a:pt x="55" y="70"/>
                    <a:pt x="55" y="70"/>
                  </a:cubicBezTo>
                  <a:cubicBezTo>
                    <a:pt x="53" y="86"/>
                    <a:pt x="53" y="86"/>
                    <a:pt x="53" y="86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76" y="6"/>
                    <a:pt x="76" y="6"/>
                    <a:pt x="76" y="6"/>
                  </a:cubicBezTo>
                  <a:cubicBezTo>
                    <a:pt x="76" y="4"/>
                    <a:pt x="70" y="0"/>
                    <a:pt x="67" y="0"/>
                  </a:cubicBezTo>
                  <a:close/>
                  <a:moveTo>
                    <a:pt x="57" y="52"/>
                  </a:moveTo>
                  <a:cubicBezTo>
                    <a:pt x="36" y="40"/>
                    <a:pt x="36" y="40"/>
                    <a:pt x="36" y="40"/>
                  </a:cubicBezTo>
                  <a:cubicBezTo>
                    <a:pt x="63" y="18"/>
                    <a:pt x="63" y="18"/>
                    <a:pt x="63" y="18"/>
                  </a:cubicBezTo>
                  <a:lnTo>
                    <a:pt x="57" y="5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6" name="iṧ1iḍè">
              <a:extLst>
                <a:ext uri="{FF2B5EF4-FFF2-40B4-BE49-F238E27FC236}">
                  <a16:creationId xmlns:a16="http://schemas.microsoft.com/office/drawing/2014/main" id="{576B2DE0-7AA6-4F07-9A50-1095D267740E}"/>
                </a:ext>
              </a:extLst>
            </p:cNvPr>
            <p:cNvSpPr/>
            <p:nvPr/>
          </p:nvSpPr>
          <p:spPr bwMode="auto">
            <a:xfrm>
              <a:off x="3436938" y="4689475"/>
              <a:ext cx="293688" cy="300038"/>
            </a:xfrm>
            <a:custGeom>
              <a:avLst/>
              <a:gdLst>
                <a:gd name="T0" fmla="*/ 55 w 89"/>
                <a:gd name="T1" fmla="*/ 76 h 91"/>
                <a:gd name="T2" fmla="*/ 38 w 89"/>
                <a:gd name="T3" fmla="*/ 56 h 91"/>
                <a:gd name="T4" fmla="*/ 61 w 89"/>
                <a:gd name="T5" fmla="*/ 35 h 91"/>
                <a:gd name="T6" fmla="*/ 53 w 89"/>
                <a:gd name="T7" fmla="*/ 26 h 91"/>
                <a:gd name="T8" fmla="*/ 31 w 89"/>
                <a:gd name="T9" fmla="*/ 48 h 91"/>
                <a:gd name="T10" fmla="*/ 15 w 89"/>
                <a:gd name="T11" fmla="*/ 31 h 91"/>
                <a:gd name="T12" fmla="*/ 42 w 89"/>
                <a:gd name="T13" fmla="*/ 6 h 91"/>
                <a:gd name="T14" fmla="*/ 32 w 89"/>
                <a:gd name="T15" fmla="*/ 0 h 91"/>
                <a:gd name="T16" fmla="*/ 0 w 89"/>
                <a:gd name="T17" fmla="*/ 31 h 91"/>
                <a:gd name="T18" fmla="*/ 54 w 89"/>
                <a:gd name="T19" fmla="*/ 91 h 91"/>
                <a:gd name="T20" fmla="*/ 89 w 89"/>
                <a:gd name="T21" fmla="*/ 61 h 91"/>
                <a:gd name="T22" fmla="*/ 82 w 89"/>
                <a:gd name="T23" fmla="*/ 53 h 91"/>
                <a:gd name="T24" fmla="*/ 55 w 89"/>
                <a:gd name="T25" fmla="*/ 76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9" h="91">
                  <a:moveTo>
                    <a:pt x="55" y="76"/>
                  </a:moveTo>
                  <a:cubicBezTo>
                    <a:pt x="38" y="56"/>
                    <a:pt x="38" y="56"/>
                    <a:pt x="38" y="56"/>
                  </a:cubicBezTo>
                  <a:cubicBezTo>
                    <a:pt x="61" y="35"/>
                    <a:pt x="61" y="35"/>
                    <a:pt x="61" y="35"/>
                  </a:cubicBezTo>
                  <a:cubicBezTo>
                    <a:pt x="53" y="26"/>
                    <a:pt x="53" y="26"/>
                    <a:pt x="53" y="26"/>
                  </a:cubicBezTo>
                  <a:cubicBezTo>
                    <a:pt x="31" y="48"/>
                    <a:pt x="31" y="48"/>
                    <a:pt x="31" y="48"/>
                  </a:cubicBezTo>
                  <a:cubicBezTo>
                    <a:pt x="15" y="31"/>
                    <a:pt x="15" y="31"/>
                    <a:pt x="15" y="31"/>
                  </a:cubicBezTo>
                  <a:cubicBezTo>
                    <a:pt x="42" y="6"/>
                    <a:pt x="42" y="6"/>
                    <a:pt x="42" y="6"/>
                  </a:cubicBezTo>
                  <a:cubicBezTo>
                    <a:pt x="38" y="4"/>
                    <a:pt x="36" y="0"/>
                    <a:pt x="32" y="0"/>
                  </a:cubicBezTo>
                  <a:cubicBezTo>
                    <a:pt x="31" y="0"/>
                    <a:pt x="2" y="27"/>
                    <a:pt x="0" y="31"/>
                  </a:cubicBezTo>
                  <a:cubicBezTo>
                    <a:pt x="54" y="91"/>
                    <a:pt x="54" y="91"/>
                    <a:pt x="54" y="91"/>
                  </a:cubicBezTo>
                  <a:cubicBezTo>
                    <a:pt x="89" y="61"/>
                    <a:pt x="89" y="61"/>
                    <a:pt x="89" y="61"/>
                  </a:cubicBezTo>
                  <a:cubicBezTo>
                    <a:pt x="82" y="53"/>
                    <a:pt x="82" y="53"/>
                    <a:pt x="82" y="53"/>
                  </a:cubicBezTo>
                  <a:lnTo>
                    <a:pt x="55" y="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7" name="ís1íḑê">
              <a:extLst>
                <a:ext uri="{FF2B5EF4-FFF2-40B4-BE49-F238E27FC236}">
                  <a16:creationId xmlns:a16="http://schemas.microsoft.com/office/drawing/2014/main" id="{8BD5326C-42A9-47B3-98BC-B0A6CA19C1CD}"/>
                </a:ext>
              </a:extLst>
            </p:cNvPr>
            <p:cNvSpPr/>
            <p:nvPr/>
          </p:nvSpPr>
          <p:spPr bwMode="auto">
            <a:xfrm>
              <a:off x="3587750" y="1858963"/>
              <a:ext cx="142875" cy="82550"/>
            </a:xfrm>
            <a:custGeom>
              <a:avLst/>
              <a:gdLst>
                <a:gd name="T0" fmla="*/ 36 w 43"/>
                <a:gd name="T1" fmla="*/ 14 h 25"/>
                <a:gd name="T2" fmla="*/ 32 w 43"/>
                <a:gd name="T3" fmla="*/ 16 h 25"/>
                <a:gd name="T4" fmla="*/ 17 w 43"/>
                <a:gd name="T5" fmla="*/ 16 h 25"/>
                <a:gd name="T6" fmla="*/ 25 w 43"/>
                <a:gd name="T7" fmla="*/ 3 h 25"/>
                <a:gd name="T8" fmla="*/ 20 w 43"/>
                <a:gd name="T9" fmla="*/ 0 h 25"/>
                <a:gd name="T10" fmla="*/ 19 w 43"/>
                <a:gd name="T11" fmla="*/ 0 h 25"/>
                <a:gd name="T12" fmla="*/ 7 w 43"/>
                <a:gd name="T13" fmla="*/ 8 h 25"/>
                <a:gd name="T14" fmla="*/ 9 w 43"/>
                <a:gd name="T15" fmla="*/ 16 h 25"/>
                <a:gd name="T16" fmla="*/ 0 w 43"/>
                <a:gd name="T17" fmla="*/ 17 h 25"/>
                <a:gd name="T18" fmla="*/ 32 w 43"/>
                <a:gd name="T19" fmla="*/ 25 h 25"/>
                <a:gd name="T20" fmla="*/ 34 w 43"/>
                <a:gd name="T21" fmla="*/ 25 h 25"/>
                <a:gd name="T22" fmla="*/ 42 w 43"/>
                <a:gd name="T23" fmla="*/ 18 h 25"/>
                <a:gd name="T24" fmla="*/ 36 w 43"/>
                <a:gd name="T25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3" h="25">
                  <a:moveTo>
                    <a:pt x="36" y="14"/>
                  </a:moveTo>
                  <a:cubicBezTo>
                    <a:pt x="35" y="15"/>
                    <a:pt x="34" y="16"/>
                    <a:pt x="32" y="16"/>
                  </a:cubicBezTo>
                  <a:cubicBezTo>
                    <a:pt x="17" y="16"/>
                    <a:pt x="17" y="16"/>
                    <a:pt x="17" y="16"/>
                  </a:cubicBezTo>
                  <a:cubicBezTo>
                    <a:pt x="19" y="9"/>
                    <a:pt x="25" y="6"/>
                    <a:pt x="25" y="3"/>
                  </a:cubicBezTo>
                  <a:cubicBezTo>
                    <a:pt x="25" y="0"/>
                    <a:pt x="23" y="0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5" y="0"/>
                    <a:pt x="9" y="6"/>
                    <a:pt x="7" y="8"/>
                  </a:cubicBezTo>
                  <a:cubicBezTo>
                    <a:pt x="9" y="16"/>
                    <a:pt x="9" y="16"/>
                    <a:pt x="9" y="16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2" y="25"/>
                    <a:pt x="22" y="25"/>
                    <a:pt x="32" y="25"/>
                  </a:cubicBezTo>
                  <a:cubicBezTo>
                    <a:pt x="34" y="25"/>
                    <a:pt x="34" y="25"/>
                    <a:pt x="34" y="25"/>
                  </a:cubicBezTo>
                  <a:cubicBezTo>
                    <a:pt x="37" y="25"/>
                    <a:pt x="41" y="22"/>
                    <a:pt x="42" y="18"/>
                  </a:cubicBezTo>
                  <a:cubicBezTo>
                    <a:pt x="43" y="16"/>
                    <a:pt x="38" y="13"/>
                    <a:pt x="36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8" name="îšlídé">
              <a:extLst>
                <a:ext uri="{FF2B5EF4-FFF2-40B4-BE49-F238E27FC236}">
                  <a16:creationId xmlns:a16="http://schemas.microsoft.com/office/drawing/2014/main" id="{4516F01B-FDFC-4E92-B4B5-7A99A562AA6F}"/>
                </a:ext>
              </a:extLst>
            </p:cNvPr>
            <p:cNvSpPr/>
            <p:nvPr/>
          </p:nvSpPr>
          <p:spPr bwMode="auto">
            <a:xfrm>
              <a:off x="3581400" y="4508500"/>
              <a:ext cx="320675" cy="260350"/>
            </a:xfrm>
            <a:custGeom>
              <a:avLst/>
              <a:gdLst>
                <a:gd name="T0" fmla="*/ 49 w 97"/>
                <a:gd name="T1" fmla="*/ 8 h 79"/>
                <a:gd name="T2" fmla="*/ 34 w 97"/>
                <a:gd name="T3" fmla="*/ 0 h 79"/>
                <a:gd name="T4" fmla="*/ 28 w 97"/>
                <a:gd name="T5" fmla="*/ 0 h 79"/>
                <a:gd name="T6" fmla="*/ 0 w 97"/>
                <a:gd name="T7" fmla="*/ 36 h 79"/>
                <a:gd name="T8" fmla="*/ 67 w 97"/>
                <a:gd name="T9" fmla="*/ 79 h 79"/>
                <a:gd name="T10" fmla="*/ 73 w 97"/>
                <a:gd name="T11" fmla="*/ 70 h 79"/>
                <a:gd name="T12" fmla="*/ 42 w 97"/>
                <a:gd name="T13" fmla="*/ 50 h 79"/>
                <a:gd name="T14" fmla="*/ 58 w 97"/>
                <a:gd name="T15" fmla="*/ 31 h 79"/>
                <a:gd name="T16" fmla="*/ 89 w 97"/>
                <a:gd name="T17" fmla="*/ 44 h 79"/>
                <a:gd name="T18" fmla="*/ 97 w 97"/>
                <a:gd name="T19" fmla="*/ 36 h 79"/>
                <a:gd name="T20" fmla="*/ 62 w 97"/>
                <a:gd name="T21" fmla="*/ 21 h 79"/>
                <a:gd name="T22" fmla="*/ 49 w 97"/>
                <a:gd name="T23" fmla="*/ 8 h 79"/>
                <a:gd name="T24" fmla="*/ 43 w 97"/>
                <a:gd name="T25" fmla="*/ 24 h 79"/>
                <a:gd name="T26" fmla="*/ 33 w 97"/>
                <a:gd name="T27" fmla="*/ 43 h 79"/>
                <a:gd name="T28" fmla="*/ 15 w 97"/>
                <a:gd name="T29" fmla="*/ 31 h 79"/>
                <a:gd name="T30" fmla="*/ 31 w 97"/>
                <a:gd name="T31" fmla="*/ 12 h 79"/>
                <a:gd name="T32" fmla="*/ 43 w 97"/>
                <a:gd name="T33" fmla="*/ 21 h 79"/>
                <a:gd name="T34" fmla="*/ 43 w 97"/>
                <a:gd name="T35" fmla="*/ 24 h 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7" h="79">
                  <a:moveTo>
                    <a:pt x="49" y="8"/>
                  </a:moveTo>
                  <a:cubicBezTo>
                    <a:pt x="46" y="5"/>
                    <a:pt x="40" y="0"/>
                    <a:pt x="34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1" y="0"/>
                    <a:pt x="2" y="28"/>
                    <a:pt x="0" y="36"/>
                  </a:cubicBezTo>
                  <a:cubicBezTo>
                    <a:pt x="10" y="38"/>
                    <a:pt x="61" y="79"/>
                    <a:pt x="67" y="79"/>
                  </a:cubicBezTo>
                  <a:cubicBezTo>
                    <a:pt x="69" y="79"/>
                    <a:pt x="72" y="72"/>
                    <a:pt x="73" y="70"/>
                  </a:cubicBezTo>
                  <a:cubicBezTo>
                    <a:pt x="42" y="50"/>
                    <a:pt x="42" y="50"/>
                    <a:pt x="42" y="50"/>
                  </a:cubicBezTo>
                  <a:cubicBezTo>
                    <a:pt x="44" y="45"/>
                    <a:pt x="51" y="31"/>
                    <a:pt x="58" y="31"/>
                  </a:cubicBezTo>
                  <a:cubicBezTo>
                    <a:pt x="66" y="31"/>
                    <a:pt x="83" y="44"/>
                    <a:pt x="89" y="44"/>
                  </a:cubicBezTo>
                  <a:cubicBezTo>
                    <a:pt x="92" y="44"/>
                    <a:pt x="95" y="38"/>
                    <a:pt x="97" y="36"/>
                  </a:cubicBezTo>
                  <a:cubicBezTo>
                    <a:pt x="92" y="33"/>
                    <a:pt x="65" y="21"/>
                    <a:pt x="62" y="21"/>
                  </a:cubicBezTo>
                  <a:cubicBezTo>
                    <a:pt x="46" y="19"/>
                    <a:pt x="59" y="19"/>
                    <a:pt x="49" y="8"/>
                  </a:cubicBezTo>
                  <a:close/>
                  <a:moveTo>
                    <a:pt x="43" y="24"/>
                  </a:moveTo>
                  <a:cubicBezTo>
                    <a:pt x="43" y="30"/>
                    <a:pt x="36" y="39"/>
                    <a:pt x="33" y="43"/>
                  </a:cubicBezTo>
                  <a:cubicBezTo>
                    <a:pt x="30" y="41"/>
                    <a:pt x="15" y="34"/>
                    <a:pt x="15" y="31"/>
                  </a:cubicBezTo>
                  <a:cubicBezTo>
                    <a:pt x="15" y="24"/>
                    <a:pt x="26" y="15"/>
                    <a:pt x="31" y="12"/>
                  </a:cubicBezTo>
                  <a:cubicBezTo>
                    <a:pt x="36" y="13"/>
                    <a:pt x="43" y="15"/>
                    <a:pt x="43" y="21"/>
                  </a:cubicBezTo>
                  <a:lnTo>
                    <a:pt x="43" y="2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19" name="iSḻîdé">
              <a:extLst>
                <a:ext uri="{FF2B5EF4-FFF2-40B4-BE49-F238E27FC236}">
                  <a16:creationId xmlns:a16="http://schemas.microsoft.com/office/drawing/2014/main" id="{733019FC-7040-4493-ADD2-4294168D4936}"/>
                </a:ext>
              </a:extLst>
            </p:cNvPr>
            <p:cNvSpPr/>
            <p:nvPr/>
          </p:nvSpPr>
          <p:spPr bwMode="auto">
            <a:xfrm>
              <a:off x="1428750" y="4591050"/>
              <a:ext cx="260350" cy="273050"/>
            </a:xfrm>
            <a:custGeom>
              <a:avLst/>
              <a:gdLst>
                <a:gd name="T0" fmla="*/ 42 w 79"/>
                <a:gd name="T1" fmla="*/ 39 h 83"/>
                <a:gd name="T2" fmla="*/ 33 w 79"/>
                <a:gd name="T3" fmla="*/ 45 h 83"/>
                <a:gd name="T4" fmla="*/ 40 w 79"/>
                <a:gd name="T5" fmla="*/ 56 h 83"/>
                <a:gd name="T6" fmla="*/ 24 w 79"/>
                <a:gd name="T7" fmla="*/ 67 h 83"/>
                <a:gd name="T8" fmla="*/ 11 w 79"/>
                <a:gd name="T9" fmla="*/ 43 h 83"/>
                <a:gd name="T10" fmla="*/ 11 w 79"/>
                <a:gd name="T11" fmla="*/ 40 h 83"/>
                <a:gd name="T12" fmla="*/ 45 w 79"/>
                <a:gd name="T13" fmla="*/ 11 h 83"/>
                <a:gd name="T14" fmla="*/ 49 w 79"/>
                <a:gd name="T15" fmla="*/ 11 h 83"/>
                <a:gd name="T16" fmla="*/ 68 w 79"/>
                <a:gd name="T17" fmla="*/ 33 h 83"/>
                <a:gd name="T18" fmla="*/ 64 w 79"/>
                <a:gd name="T19" fmla="*/ 40 h 83"/>
                <a:gd name="T20" fmla="*/ 68 w 79"/>
                <a:gd name="T21" fmla="*/ 51 h 83"/>
                <a:gd name="T22" fmla="*/ 79 w 79"/>
                <a:gd name="T23" fmla="*/ 31 h 83"/>
                <a:gd name="T24" fmla="*/ 79 w 79"/>
                <a:gd name="T25" fmla="*/ 27 h 83"/>
                <a:gd name="T26" fmla="*/ 52 w 79"/>
                <a:gd name="T27" fmla="*/ 0 h 83"/>
                <a:gd name="T28" fmla="*/ 42 w 79"/>
                <a:gd name="T29" fmla="*/ 0 h 83"/>
                <a:gd name="T30" fmla="*/ 0 w 79"/>
                <a:gd name="T31" fmla="*/ 36 h 83"/>
                <a:gd name="T32" fmla="*/ 0 w 79"/>
                <a:gd name="T33" fmla="*/ 43 h 83"/>
                <a:gd name="T34" fmla="*/ 21 w 79"/>
                <a:gd name="T35" fmla="*/ 83 h 83"/>
                <a:gd name="T36" fmla="*/ 56 w 79"/>
                <a:gd name="T37" fmla="*/ 59 h 83"/>
                <a:gd name="T38" fmla="*/ 42 w 79"/>
                <a:gd name="T39" fmla="*/ 39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9" h="83">
                  <a:moveTo>
                    <a:pt x="42" y="39"/>
                  </a:moveTo>
                  <a:cubicBezTo>
                    <a:pt x="33" y="45"/>
                    <a:pt x="33" y="45"/>
                    <a:pt x="33" y="45"/>
                  </a:cubicBezTo>
                  <a:cubicBezTo>
                    <a:pt x="40" y="56"/>
                    <a:pt x="40" y="56"/>
                    <a:pt x="40" y="56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0" y="62"/>
                    <a:pt x="11" y="51"/>
                    <a:pt x="11" y="43"/>
                  </a:cubicBezTo>
                  <a:cubicBezTo>
                    <a:pt x="11" y="40"/>
                    <a:pt x="11" y="40"/>
                    <a:pt x="11" y="40"/>
                  </a:cubicBezTo>
                  <a:cubicBezTo>
                    <a:pt x="11" y="28"/>
                    <a:pt x="32" y="11"/>
                    <a:pt x="45" y="11"/>
                  </a:cubicBezTo>
                  <a:cubicBezTo>
                    <a:pt x="49" y="11"/>
                    <a:pt x="49" y="11"/>
                    <a:pt x="49" y="11"/>
                  </a:cubicBezTo>
                  <a:cubicBezTo>
                    <a:pt x="60" y="11"/>
                    <a:pt x="68" y="21"/>
                    <a:pt x="68" y="33"/>
                  </a:cubicBezTo>
                  <a:cubicBezTo>
                    <a:pt x="68" y="38"/>
                    <a:pt x="64" y="37"/>
                    <a:pt x="64" y="40"/>
                  </a:cubicBezTo>
                  <a:cubicBezTo>
                    <a:pt x="64" y="44"/>
                    <a:pt x="67" y="46"/>
                    <a:pt x="68" y="51"/>
                  </a:cubicBezTo>
                  <a:cubicBezTo>
                    <a:pt x="75" y="49"/>
                    <a:pt x="79" y="40"/>
                    <a:pt x="79" y="31"/>
                  </a:cubicBezTo>
                  <a:cubicBezTo>
                    <a:pt x="79" y="27"/>
                    <a:pt x="79" y="27"/>
                    <a:pt x="79" y="27"/>
                  </a:cubicBezTo>
                  <a:cubicBezTo>
                    <a:pt x="79" y="16"/>
                    <a:pt x="63" y="0"/>
                    <a:pt x="52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28" y="0"/>
                    <a:pt x="0" y="21"/>
                    <a:pt x="0" y="36"/>
                  </a:cubicBezTo>
                  <a:cubicBezTo>
                    <a:pt x="0" y="43"/>
                    <a:pt x="0" y="43"/>
                    <a:pt x="0" y="43"/>
                  </a:cubicBezTo>
                  <a:cubicBezTo>
                    <a:pt x="0" y="57"/>
                    <a:pt x="15" y="72"/>
                    <a:pt x="21" y="83"/>
                  </a:cubicBezTo>
                  <a:cubicBezTo>
                    <a:pt x="56" y="59"/>
                    <a:pt x="56" y="59"/>
                    <a:pt x="56" y="59"/>
                  </a:cubicBezTo>
                  <a:lnTo>
                    <a:pt x="42" y="3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0" name="íšľïḋê">
              <a:extLst>
                <a:ext uri="{FF2B5EF4-FFF2-40B4-BE49-F238E27FC236}">
                  <a16:creationId xmlns:a16="http://schemas.microsoft.com/office/drawing/2014/main" id="{750C9C23-DFD3-4102-8171-E46D5F58CEC9}"/>
                </a:ext>
              </a:extLst>
            </p:cNvPr>
            <p:cNvSpPr/>
            <p:nvPr/>
          </p:nvSpPr>
          <p:spPr bwMode="auto">
            <a:xfrm>
              <a:off x="1214438" y="4303713"/>
              <a:ext cx="327025" cy="303213"/>
            </a:xfrm>
            <a:custGeom>
              <a:avLst/>
              <a:gdLst>
                <a:gd name="T0" fmla="*/ 99 w 99"/>
                <a:gd name="T1" fmla="*/ 49 h 92"/>
                <a:gd name="T2" fmla="*/ 96 w 99"/>
                <a:gd name="T3" fmla="*/ 41 h 92"/>
                <a:gd name="T4" fmla="*/ 44 w 99"/>
                <a:gd name="T5" fmla="*/ 71 h 92"/>
                <a:gd name="T6" fmla="*/ 76 w 99"/>
                <a:gd name="T7" fmla="*/ 8 h 92"/>
                <a:gd name="T8" fmla="*/ 71 w 99"/>
                <a:gd name="T9" fmla="*/ 0 h 92"/>
                <a:gd name="T10" fmla="*/ 0 w 99"/>
                <a:gd name="T11" fmla="*/ 40 h 92"/>
                <a:gd name="T12" fmla="*/ 5 w 99"/>
                <a:gd name="T13" fmla="*/ 50 h 92"/>
                <a:gd name="T14" fmla="*/ 57 w 99"/>
                <a:gd name="T15" fmla="*/ 19 h 92"/>
                <a:gd name="T16" fmla="*/ 25 w 99"/>
                <a:gd name="T17" fmla="*/ 83 h 92"/>
                <a:gd name="T18" fmla="*/ 31 w 99"/>
                <a:gd name="T19" fmla="*/ 92 h 92"/>
                <a:gd name="T20" fmla="*/ 99 w 99"/>
                <a:gd name="T21" fmla="*/ 49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" h="92">
                  <a:moveTo>
                    <a:pt x="99" y="49"/>
                  </a:moveTo>
                  <a:cubicBezTo>
                    <a:pt x="99" y="45"/>
                    <a:pt x="97" y="49"/>
                    <a:pt x="96" y="41"/>
                  </a:cubicBezTo>
                  <a:cubicBezTo>
                    <a:pt x="44" y="71"/>
                    <a:pt x="44" y="71"/>
                    <a:pt x="44" y="71"/>
                  </a:cubicBezTo>
                  <a:cubicBezTo>
                    <a:pt x="47" y="60"/>
                    <a:pt x="76" y="13"/>
                    <a:pt x="76" y="8"/>
                  </a:cubicBezTo>
                  <a:cubicBezTo>
                    <a:pt x="76" y="8"/>
                    <a:pt x="71" y="0"/>
                    <a:pt x="71" y="0"/>
                  </a:cubicBezTo>
                  <a:cubicBezTo>
                    <a:pt x="0" y="40"/>
                    <a:pt x="0" y="40"/>
                    <a:pt x="0" y="40"/>
                  </a:cubicBezTo>
                  <a:cubicBezTo>
                    <a:pt x="5" y="50"/>
                    <a:pt x="5" y="50"/>
                    <a:pt x="5" y="50"/>
                  </a:cubicBezTo>
                  <a:cubicBezTo>
                    <a:pt x="57" y="19"/>
                    <a:pt x="57" y="19"/>
                    <a:pt x="57" y="19"/>
                  </a:cubicBezTo>
                  <a:cubicBezTo>
                    <a:pt x="54" y="27"/>
                    <a:pt x="25" y="80"/>
                    <a:pt x="25" y="83"/>
                  </a:cubicBezTo>
                  <a:cubicBezTo>
                    <a:pt x="25" y="87"/>
                    <a:pt x="28" y="90"/>
                    <a:pt x="31" y="92"/>
                  </a:cubicBezTo>
                  <a:cubicBezTo>
                    <a:pt x="39" y="86"/>
                    <a:pt x="99" y="54"/>
                    <a:pt x="99" y="4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1" name="îśľïďe">
              <a:extLst>
                <a:ext uri="{FF2B5EF4-FFF2-40B4-BE49-F238E27FC236}">
                  <a16:creationId xmlns:a16="http://schemas.microsoft.com/office/drawing/2014/main" id="{38D49D8B-BB4F-4888-AF41-9F695C2E5D65}"/>
                </a:ext>
              </a:extLst>
            </p:cNvPr>
            <p:cNvSpPr/>
            <p:nvPr/>
          </p:nvSpPr>
          <p:spPr bwMode="auto">
            <a:xfrm>
              <a:off x="3724275" y="4268788"/>
              <a:ext cx="269875" cy="230188"/>
            </a:xfrm>
            <a:custGeom>
              <a:avLst/>
              <a:gdLst>
                <a:gd name="T0" fmla="*/ 0 w 82"/>
                <a:gd name="T1" fmla="*/ 25 h 70"/>
                <a:gd name="T2" fmla="*/ 0 w 82"/>
                <a:gd name="T3" fmla="*/ 34 h 70"/>
                <a:gd name="T4" fmla="*/ 24 w 82"/>
                <a:gd name="T5" fmla="*/ 52 h 70"/>
                <a:gd name="T6" fmla="*/ 61 w 82"/>
                <a:gd name="T7" fmla="*/ 27 h 70"/>
                <a:gd name="T8" fmla="*/ 71 w 82"/>
                <a:gd name="T9" fmla="*/ 36 h 70"/>
                <a:gd name="T10" fmla="*/ 71 w 82"/>
                <a:gd name="T11" fmla="*/ 39 h 70"/>
                <a:gd name="T12" fmla="*/ 59 w 82"/>
                <a:gd name="T13" fmla="*/ 58 h 70"/>
                <a:gd name="T14" fmla="*/ 48 w 82"/>
                <a:gd name="T15" fmla="*/ 58 h 70"/>
                <a:gd name="T16" fmla="*/ 49 w 82"/>
                <a:gd name="T17" fmla="*/ 70 h 70"/>
                <a:gd name="T18" fmla="*/ 57 w 82"/>
                <a:gd name="T19" fmla="*/ 70 h 70"/>
                <a:gd name="T20" fmla="*/ 82 w 82"/>
                <a:gd name="T21" fmla="*/ 43 h 70"/>
                <a:gd name="T22" fmla="*/ 82 w 82"/>
                <a:gd name="T23" fmla="*/ 33 h 70"/>
                <a:gd name="T24" fmla="*/ 64 w 82"/>
                <a:gd name="T25" fmla="*/ 16 h 70"/>
                <a:gd name="T26" fmla="*/ 55 w 82"/>
                <a:gd name="T27" fmla="*/ 16 h 70"/>
                <a:gd name="T28" fmla="*/ 24 w 82"/>
                <a:gd name="T29" fmla="*/ 40 h 70"/>
                <a:gd name="T30" fmla="*/ 18 w 82"/>
                <a:gd name="T31" fmla="*/ 40 h 70"/>
                <a:gd name="T32" fmla="*/ 11 w 82"/>
                <a:gd name="T33" fmla="*/ 33 h 70"/>
                <a:gd name="T34" fmla="*/ 11 w 82"/>
                <a:gd name="T35" fmla="*/ 27 h 70"/>
                <a:gd name="T36" fmla="*/ 22 w 82"/>
                <a:gd name="T37" fmla="*/ 11 h 70"/>
                <a:gd name="T38" fmla="*/ 31 w 82"/>
                <a:gd name="T39" fmla="*/ 10 h 70"/>
                <a:gd name="T40" fmla="*/ 34 w 82"/>
                <a:gd name="T41" fmla="*/ 0 h 70"/>
                <a:gd name="T42" fmla="*/ 22 w 82"/>
                <a:gd name="T43" fmla="*/ 0 h 70"/>
                <a:gd name="T44" fmla="*/ 0 w 82"/>
                <a:gd name="T45" fmla="*/ 2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82" h="70">
                  <a:moveTo>
                    <a:pt x="0" y="25"/>
                  </a:moveTo>
                  <a:cubicBezTo>
                    <a:pt x="0" y="34"/>
                    <a:pt x="0" y="34"/>
                    <a:pt x="0" y="34"/>
                  </a:cubicBezTo>
                  <a:cubicBezTo>
                    <a:pt x="0" y="45"/>
                    <a:pt x="13" y="52"/>
                    <a:pt x="24" y="52"/>
                  </a:cubicBezTo>
                  <a:cubicBezTo>
                    <a:pt x="38" y="52"/>
                    <a:pt x="48" y="27"/>
                    <a:pt x="61" y="27"/>
                  </a:cubicBezTo>
                  <a:cubicBezTo>
                    <a:pt x="65" y="27"/>
                    <a:pt x="71" y="32"/>
                    <a:pt x="71" y="36"/>
                  </a:cubicBezTo>
                  <a:cubicBezTo>
                    <a:pt x="71" y="39"/>
                    <a:pt x="71" y="39"/>
                    <a:pt x="71" y="39"/>
                  </a:cubicBezTo>
                  <a:cubicBezTo>
                    <a:pt x="71" y="49"/>
                    <a:pt x="66" y="54"/>
                    <a:pt x="59" y="58"/>
                  </a:cubicBezTo>
                  <a:cubicBezTo>
                    <a:pt x="48" y="58"/>
                    <a:pt x="48" y="58"/>
                    <a:pt x="48" y="58"/>
                  </a:cubicBezTo>
                  <a:cubicBezTo>
                    <a:pt x="46" y="61"/>
                    <a:pt x="41" y="70"/>
                    <a:pt x="49" y="70"/>
                  </a:cubicBezTo>
                  <a:cubicBezTo>
                    <a:pt x="57" y="70"/>
                    <a:pt x="57" y="70"/>
                    <a:pt x="57" y="70"/>
                  </a:cubicBezTo>
                  <a:cubicBezTo>
                    <a:pt x="67" y="70"/>
                    <a:pt x="82" y="53"/>
                    <a:pt x="82" y="43"/>
                  </a:cubicBezTo>
                  <a:cubicBezTo>
                    <a:pt x="82" y="33"/>
                    <a:pt x="82" y="33"/>
                    <a:pt x="82" y="33"/>
                  </a:cubicBezTo>
                  <a:cubicBezTo>
                    <a:pt x="82" y="25"/>
                    <a:pt x="71" y="16"/>
                    <a:pt x="64" y="16"/>
                  </a:cubicBezTo>
                  <a:cubicBezTo>
                    <a:pt x="55" y="16"/>
                    <a:pt x="55" y="16"/>
                    <a:pt x="55" y="16"/>
                  </a:cubicBezTo>
                  <a:cubicBezTo>
                    <a:pt x="48" y="16"/>
                    <a:pt x="31" y="40"/>
                    <a:pt x="24" y="40"/>
                  </a:cubicBezTo>
                  <a:cubicBezTo>
                    <a:pt x="18" y="40"/>
                    <a:pt x="18" y="40"/>
                    <a:pt x="18" y="40"/>
                  </a:cubicBezTo>
                  <a:cubicBezTo>
                    <a:pt x="14" y="40"/>
                    <a:pt x="11" y="36"/>
                    <a:pt x="11" y="33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1" y="21"/>
                    <a:pt x="17" y="11"/>
                    <a:pt x="22" y="11"/>
                  </a:cubicBezTo>
                  <a:cubicBezTo>
                    <a:pt x="31" y="10"/>
                    <a:pt x="31" y="10"/>
                    <a:pt x="31" y="10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11" y="0"/>
                    <a:pt x="0" y="16"/>
                    <a:pt x="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2" name="ïṩľiḓé">
              <a:extLst>
                <a:ext uri="{FF2B5EF4-FFF2-40B4-BE49-F238E27FC236}">
                  <a16:creationId xmlns:a16="http://schemas.microsoft.com/office/drawing/2014/main" id="{2229DA3F-9F34-450B-915A-FEE5DBFD4FDA}"/>
                </a:ext>
              </a:extLst>
            </p:cNvPr>
            <p:cNvSpPr/>
            <p:nvPr/>
          </p:nvSpPr>
          <p:spPr bwMode="auto">
            <a:xfrm>
              <a:off x="3802063" y="4143375"/>
              <a:ext cx="271463" cy="107950"/>
            </a:xfrm>
            <a:custGeom>
              <a:avLst/>
              <a:gdLst>
                <a:gd name="T0" fmla="*/ 171 w 171"/>
                <a:gd name="T1" fmla="*/ 41 h 68"/>
                <a:gd name="T2" fmla="*/ 3 w 171"/>
                <a:gd name="T3" fmla="*/ 0 h 68"/>
                <a:gd name="T4" fmla="*/ 0 w 171"/>
                <a:gd name="T5" fmla="*/ 20 h 68"/>
                <a:gd name="T6" fmla="*/ 167 w 171"/>
                <a:gd name="T7" fmla="*/ 68 h 68"/>
                <a:gd name="T8" fmla="*/ 171 w 171"/>
                <a:gd name="T9" fmla="*/ 41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1" h="68">
                  <a:moveTo>
                    <a:pt x="171" y="41"/>
                  </a:moveTo>
                  <a:lnTo>
                    <a:pt x="3" y="0"/>
                  </a:lnTo>
                  <a:lnTo>
                    <a:pt x="0" y="20"/>
                  </a:lnTo>
                  <a:lnTo>
                    <a:pt x="167" y="68"/>
                  </a:lnTo>
                  <a:lnTo>
                    <a:pt x="171" y="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3" name="ïŝľîdé">
              <a:extLst>
                <a:ext uri="{FF2B5EF4-FFF2-40B4-BE49-F238E27FC236}">
                  <a16:creationId xmlns:a16="http://schemas.microsoft.com/office/drawing/2014/main" id="{D03B277E-E971-4147-B632-A3E604DAB4FD}"/>
                </a:ext>
              </a:extLst>
            </p:cNvPr>
            <p:cNvSpPr/>
            <p:nvPr/>
          </p:nvSpPr>
          <p:spPr bwMode="auto">
            <a:xfrm>
              <a:off x="1104900" y="4146550"/>
              <a:ext cx="300038" cy="230188"/>
            </a:xfrm>
            <a:custGeom>
              <a:avLst/>
              <a:gdLst>
                <a:gd name="T0" fmla="*/ 85 w 91"/>
                <a:gd name="T1" fmla="*/ 0 h 70"/>
                <a:gd name="T2" fmla="*/ 0 w 91"/>
                <a:gd name="T3" fmla="*/ 0 h 70"/>
                <a:gd name="T4" fmla="*/ 8 w 91"/>
                <a:gd name="T5" fmla="*/ 12 h 70"/>
                <a:gd name="T6" fmla="*/ 28 w 91"/>
                <a:gd name="T7" fmla="*/ 12 h 70"/>
                <a:gd name="T8" fmla="*/ 39 w 91"/>
                <a:gd name="T9" fmla="*/ 42 h 70"/>
                <a:gd name="T10" fmla="*/ 22 w 91"/>
                <a:gd name="T11" fmla="*/ 61 h 70"/>
                <a:gd name="T12" fmla="*/ 25 w 91"/>
                <a:gd name="T13" fmla="*/ 70 h 70"/>
                <a:gd name="T14" fmla="*/ 91 w 91"/>
                <a:gd name="T15" fmla="*/ 9 h 70"/>
                <a:gd name="T16" fmla="*/ 85 w 91"/>
                <a:gd name="T17" fmla="*/ 0 h 70"/>
                <a:gd name="T18" fmla="*/ 47 w 91"/>
                <a:gd name="T19" fmla="*/ 35 h 70"/>
                <a:gd name="T20" fmla="*/ 39 w 91"/>
                <a:gd name="T21" fmla="*/ 12 h 70"/>
                <a:gd name="T22" fmla="*/ 73 w 91"/>
                <a:gd name="T23" fmla="*/ 12 h 70"/>
                <a:gd name="T24" fmla="*/ 47 w 91"/>
                <a:gd name="T25" fmla="*/ 3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91" h="70">
                  <a:moveTo>
                    <a:pt x="8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5"/>
                    <a:pt x="3" y="12"/>
                    <a:pt x="8" y="12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21"/>
                    <a:pt x="39" y="37"/>
                    <a:pt x="39" y="42"/>
                  </a:cubicBezTo>
                  <a:cubicBezTo>
                    <a:pt x="39" y="45"/>
                    <a:pt x="22" y="55"/>
                    <a:pt x="22" y="61"/>
                  </a:cubicBezTo>
                  <a:cubicBezTo>
                    <a:pt x="22" y="64"/>
                    <a:pt x="24" y="66"/>
                    <a:pt x="25" y="70"/>
                  </a:cubicBezTo>
                  <a:cubicBezTo>
                    <a:pt x="91" y="9"/>
                    <a:pt x="91" y="9"/>
                    <a:pt x="91" y="9"/>
                  </a:cubicBezTo>
                  <a:cubicBezTo>
                    <a:pt x="90" y="4"/>
                    <a:pt x="90" y="0"/>
                    <a:pt x="85" y="0"/>
                  </a:cubicBezTo>
                  <a:close/>
                  <a:moveTo>
                    <a:pt x="47" y="35"/>
                  </a:moveTo>
                  <a:cubicBezTo>
                    <a:pt x="39" y="12"/>
                    <a:pt x="39" y="12"/>
                    <a:pt x="39" y="12"/>
                  </a:cubicBezTo>
                  <a:cubicBezTo>
                    <a:pt x="73" y="12"/>
                    <a:pt x="73" y="12"/>
                    <a:pt x="73" y="12"/>
                  </a:cubicBezTo>
                  <a:lnTo>
                    <a:pt x="47" y="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4" name="ïs1ïḋe">
              <a:extLst>
                <a:ext uri="{FF2B5EF4-FFF2-40B4-BE49-F238E27FC236}">
                  <a16:creationId xmlns:a16="http://schemas.microsoft.com/office/drawing/2014/main" id="{589FC78F-9C77-4765-B8D6-51E99E5B9B0F}"/>
                </a:ext>
              </a:extLst>
            </p:cNvPr>
            <p:cNvSpPr/>
            <p:nvPr/>
          </p:nvSpPr>
          <p:spPr bwMode="auto">
            <a:xfrm>
              <a:off x="1076325" y="3840163"/>
              <a:ext cx="282575" cy="196850"/>
            </a:xfrm>
            <a:custGeom>
              <a:avLst/>
              <a:gdLst>
                <a:gd name="T0" fmla="*/ 54 w 178"/>
                <a:gd name="T1" fmla="*/ 103 h 124"/>
                <a:gd name="T2" fmla="*/ 6 w 178"/>
                <a:gd name="T3" fmla="*/ 103 h 124"/>
                <a:gd name="T4" fmla="*/ 6 w 178"/>
                <a:gd name="T5" fmla="*/ 124 h 124"/>
                <a:gd name="T6" fmla="*/ 178 w 178"/>
                <a:gd name="T7" fmla="*/ 118 h 124"/>
                <a:gd name="T8" fmla="*/ 178 w 178"/>
                <a:gd name="T9" fmla="*/ 97 h 124"/>
                <a:gd name="T10" fmla="*/ 112 w 178"/>
                <a:gd name="T11" fmla="*/ 97 h 124"/>
                <a:gd name="T12" fmla="*/ 104 w 178"/>
                <a:gd name="T13" fmla="*/ 25 h 124"/>
                <a:gd name="T14" fmla="*/ 176 w 178"/>
                <a:gd name="T15" fmla="*/ 22 h 124"/>
                <a:gd name="T16" fmla="*/ 176 w 178"/>
                <a:gd name="T17" fmla="*/ 0 h 124"/>
                <a:gd name="T18" fmla="*/ 31 w 178"/>
                <a:gd name="T19" fmla="*/ 6 h 124"/>
                <a:gd name="T20" fmla="*/ 0 w 178"/>
                <a:gd name="T21" fmla="*/ 6 h 124"/>
                <a:gd name="T22" fmla="*/ 0 w 178"/>
                <a:gd name="T23" fmla="*/ 29 h 124"/>
                <a:gd name="T24" fmla="*/ 41 w 178"/>
                <a:gd name="T25" fmla="*/ 27 h 124"/>
                <a:gd name="T26" fmla="*/ 83 w 178"/>
                <a:gd name="T27" fmla="*/ 27 h 124"/>
                <a:gd name="T28" fmla="*/ 87 w 178"/>
                <a:gd name="T29" fmla="*/ 79 h 124"/>
                <a:gd name="T30" fmla="*/ 87 w 178"/>
                <a:gd name="T31" fmla="*/ 101 h 124"/>
                <a:gd name="T32" fmla="*/ 54 w 178"/>
                <a:gd name="T33" fmla="*/ 103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78" h="124">
                  <a:moveTo>
                    <a:pt x="54" y="103"/>
                  </a:moveTo>
                  <a:lnTo>
                    <a:pt x="6" y="103"/>
                  </a:lnTo>
                  <a:lnTo>
                    <a:pt x="6" y="124"/>
                  </a:lnTo>
                  <a:lnTo>
                    <a:pt x="178" y="118"/>
                  </a:lnTo>
                  <a:lnTo>
                    <a:pt x="178" y="97"/>
                  </a:lnTo>
                  <a:lnTo>
                    <a:pt x="112" y="97"/>
                  </a:lnTo>
                  <a:lnTo>
                    <a:pt x="104" y="25"/>
                  </a:lnTo>
                  <a:lnTo>
                    <a:pt x="176" y="22"/>
                  </a:lnTo>
                  <a:lnTo>
                    <a:pt x="176" y="0"/>
                  </a:lnTo>
                  <a:lnTo>
                    <a:pt x="31" y="6"/>
                  </a:lnTo>
                  <a:lnTo>
                    <a:pt x="0" y="6"/>
                  </a:lnTo>
                  <a:lnTo>
                    <a:pt x="0" y="29"/>
                  </a:lnTo>
                  <a:lnTo>
                    <a:pt x="41" y="27"/>
                  </a:lnTo>
                  <a:lnTo>
                    <a:pt x="83" y="27"/>
                  </a:lnTo>
                  <a:lnTo>
                    <a:pt x="87" y="79"/>
                  </a:lnTo>
                  <a:lnTo>
                    <a:pt x="87" y="101"/>
                  </a:lnTo>
                  <a:lnTo>
                    <a:pt x="54" y="1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5" name="iŝļíďè">
              <a:extLst>
                <a:ext uri="{FF2B5EF4-FFF2-40B4-BE49-F238E27FC236}">
                  <a16:creationId xmlns:a16="http://schemas.microsoft.com/office/drawing/2014/main" id="{FC060928-46A5-4BC5-81EC-E08B573DF5A6}"/>
                </a:ext>
              </a:extLst>
            </p:cNvPr>
            <p:cNvSpPr/>
            <p:nvPr/>
          </p:nvSpPr>
          <p:spPr bwMode="auto">
            <a:xfrm>
              <a:off x="3822700" y="3895725"/>
              <a:ext cx="287338" cy="198438"/>
            </a:xfrm>
            <a:custGeom>
              <a:avLst/>
              <a:gdLst>
                <a:gd name="T0" fmla="*/ 7 w 87"/>
                <a:gd name="T1" fmla="*/ 60 h 60"/>
                <a:gd name="T2" fmla="*/ 13 w 87"/>
                <a:gd name="T3" fmla="*/ 60 h 60"/>
                <a:gd name="T4" fmla="*/ 15 w 87"/>
                <a:gd name="T5" fmla="*/ 37 h 60"/>
                <a:gd name="T6" fmla="*/ 87 w 87"/>
                <a:gd name="T7" fmla="*/ 44 h 60"/>
                <a:gd name="T8" fmla="*/ 87 w 87"/>
                <a:gd name="T9" fmla="*/ 33 h 60"/>
                <a:gd name="T10" fmla="*/ 18 w 87"/>
                <a:gd name="T11" fmla="*/ 25 h 60"/>
                <a:gd name="T12" fmla="*/ 17 w 87"/>
                <a:gd name="T13" fmla="*/ 17 h 60"/>
                <a:gd name="T14" fmla="*/ 19 w 87"/>
                <a:gd name="T15" fmla="*/ 0 h 60"/>
                <a:gd name="T16" fmla="*/ 9 w 87"/>
                <a:gd name="T17" fmla="*/ 0 h 60"/>
                <a:gd name="T18" fmla="*/ 5 w 87"/>
                <a:gd name="T19" fmla="*/ 33 h 60"/>
                <a:gd name="T20" fmla="*/ 7 w 87"/>
                <a:gd name="T21" fmla="*/ 6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7" h="60">
                  <a:moveTo>
                    <a:pt x="7" y="60"/>
                  </a:moveTo>
                  <a:cubicBezTo>
                    <a:pt x="13" y="60"/>
                    <a:pt x="13" y="60"/>
                    <a:pt x="13" y="60"/>
                  </a:cubicBezTo>
                  <a:cubicBezTo>
                    <a:pt x="15" y="37"/>
                    <a:pt x="15" y="37"/>
                    <a:pt x="15" y="37"/>
                  </a:cubicBezTo>
                  <a:cubicBezTo>
                    <a:pt x="87" y="44"/>
                    <a:pt x="87" y="44"/>
                    <a:pt x="87" y="44"/>
                  </a:cubicBezTo>
                  <a:cubicBezTo>
                    <a:pt x="87" y="33"/>
                    <a:pt x="87" y="33"/>
                    <a:pt x="87" y="33"/>
                  </a:cubicBezTo>
                  <a:cubicBezTo>
                    <a:pt x="18" y="25"/>
                    <a:pt x="18" y="25"/>
                    <a:pt x="18" y="2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6" y="10"/>
                    <a:pt x="7" y="22"/>
                    <a:pt x="5" y="33"/>
                  </a:cubicBezTo>
                  <a:cubicBezTo>
                    <a:pt x="5" y="39"/>
                    <a:pt x="0" y="60"/>
                    <a:pt x="7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6" name="ïṩḻiďè">
              <a:extLst>
                <a:ext uri="{FF2B5EF4-FFF2-40B4-BE49-F238E27FC236}">
                  <a16:creationId xmlns:a16="http://schemas.microsoft.com/office/drawing/2014/main" id="{6B5EA427-9A84-4713-A7FA-CBC3BEB7A5FC}"/>
                </a:ext>
              </a:extLst>
            </p:cNvPr>
            <p:cNvSpPr/>
            <p:nvPr/>
          </p:nvSpPr>
          <p:spPr bwMode="auto">
            <a:xfrm>
              <a:off x="3852863" y="3602038"/>
              <a:ext cx="276225" cy="220663"/>
            </a:xfrm>
            <a:custGeom>
              <a:avLst/>
              <a:gdLst>
                <a:gd name="T0" fmla="*/ 0 w 84"/>
                <a:gd name="T1" fmla="*/ 67 h 67"/>
                <a:gd name="T2" fmla="*/ 47 w 84"/>
                <a:gd name="T3" fmla="*/ 43 h 67"/>
                <a:gd name="T4" fmla="*/ 53 w 84"/>
                <a:gd name="T5" fmla="*/ 43 h 67"/>
                <a:gd name="T6" fmla="*/ 84 w 84"/>
                <a:gd name="T7" fmla="*/ 45 h 67"/>
                <a:gd name="T8" fmla="*/ 84 w 84"/>
                <a:gd name="T9" fmla="*/ 37 h 67"/>
                <a:gd name="T10" fmla="*/ 49 w 84"/>
                <a:gd name="T11" fmla="*/ 32 h 67"/>
                <a:gd name="T12" fmla="*/ 5 w 84"/>
                <a:gd name="T13" fmla="*/ 0 h 67"/>
                <a:gd name="T14" fmla="*/ 4 w 84"/>
                <a:gd name="T15" fmla="*/ 11 h 67"/>
                <a:gd name="T16" fmla="*/ 35 w 84"/>
                <a:gd name="T17" fmla="*/ 36 h 67"/>
                <a:gd name="T18" fmla="*/ 0 w 84"/>
                <a:gd name="T19" fmla="*/ 55 h 67"/>
                <a:gd name="T20" fmla="*/ 0 w 84"/>
                <a:gd name="T21" fmla="*/ 67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84" h="67">
                  <a:moveTo>
                    <a:pt x="0" y="67"/>
                  </a:moveTo>
                  <a:cubicBezTo>
                    <a:pt x="5" y="64"/>
                    <a:pt x="42" y="43"/>
                    <a:pt x="47" y="43"/>
                  </a:cubicBezTo>
                  <a:cubicBezTo>
                    <a:pt x="53" y="43"/>
                    <a:pt x="53" y="43"/>
                    <a:pt x="53" y="43"/>
                  </a:cubicBezTo>
                  <a:cubicBezTo>
                    <a:pt x="84" y="45"/>
                    <a:pt x="84" y="45"/>
                    <a:pt x="84" y="45"/>
                  </a:cubicBezTo>
                  <a:cubicBezTo>
                    <a:pt x="84" y="37"/>
                    <a:pt x="84" y="37"/>
                    <a:pt x="84" y="37"/>
                  </a:cubicBezTo>
                  <a:cubicBezTo>
                    <a:pt x="84" y="30"/>
                    <a:pt x="57" y="32"/>
                    <a:pt x="49" y="32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4" y="16"/>
                    <a:pt x="31" y="30"/>
                    <a:pt x="35" y="36"/>
                  </a:cubicBezTo>
                  <a:cubicBezTo>
                    <a:pt x="0" y="55"/>
                    <a:pt x="0" y="55"/>
                    <a:pt x="0" y="55"/>
                  </a:cubicBezTo>
                  <a:lnTo>
                    <a:pt x="0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7" name="íṧ1iḍé">
              <a:extLst>
                <a:ext uri="{FF2B5EF4-FFF2-40B4-BE49-F238E27FC236}">
                  <a16:creationId xmlns:a16="http://schemas.microsoft.com/office/drawing/2014/main" id="{6D290041-652F-400E-AA71-E0D91CAE3F49}"/>
                </a:ext>
              </a:extLst>
            </p:cNvPr>
            <p:cNvSpPr/>
            <p:nvPr/>
          </p:nvSpPr>
          <p:spPr bwMode="auto">
            <a:xfrm>
              <a:off x="1082675" y="3568700"/>
              <a:ext cx="273050" cy="185738"/>
            </a:xfrm>
            <a:custGeom>
              <a:avLst/>
              <a:gdLst>
                <a:gd name="T0" fmla="*/ 19 w 83"/>
                <a:gd name="T1" fmla="*/ 56 h 56"/>
                <a:gd name="T2" fmla="*/ 26 w 83"/>
                <a:gd name="T3" fmla="*/ 56 h 56"/>
                <a:gd name="T4" fmla="*/ 59 w 83"/>
                <a:gd name="T5" fmla="*/ 13 h 56"/>
                <a:gd name="T6" fmla="*/ 64 w 83"/>
                <a:gd name="T7" fmla="*/ 13 h 56"/>
                <a:gd name="T8" fmla="*/ 74 w 83"/>
                <a:gd name="T9" fmla="*/ 25 h 56"/>
                <a:gd name="T10" fmla="*/ 74 w 83"/>
                <a:gd name="T11" fmla="*/ 34 h 56"/>
                <a:gd name="T12" fmla="*/ 62 w 83"/>
                <a:gd name="T13" fmla="*/ 44 h 56"/>
                <a:gd name="T14" fmla="*/ 62 w 83"/>
                <a:gd name="T15" fmla="*/ 56 h 56"/>
                <a:gd name="T16" fmla="*/ 83 w 83"/>
                <a:gd name="T17" fmla="*/ 36 h 56"/>
                <a:gd name="T18" fmla="*/ 83 w 83"/>
                <a:gd name="T19" fmla="*/ 22 h 56"/>
                <a:gd name="T20" fmla="*/ 62 w 83"/>
                <a:gd name="T21" fmla="*/ 3 h 56"/>
                <a:gd name="T22" fmla="*/ 58 w 83"/>
                <a:gd name="T23" fmla="*/ 3 h 56"/>
                <a:gd name="T24" fmla="*/ 22 w 83"/>
                <a:gd name="T25" fmla="*/ 46 h 56"/>
                <a:gd name="T26" fmla="*/ 10 w 83"/>
                <a:gd name="T27" fmla="*/ 33 h 56"/>
                <a:gd name="T28" fmla="*/ 10 w 83"/>
                <a:gd name="T29" fmla="*/ 27 h 56"/>
                <a:gd name="T30" fmla="*/ 25 w 83"/>
                <a:gd name="T31" fmla="*/ 12 h 56"/>
                <a:gd name="T32" fmla="*/ 25 w 83"/>
                <a:gd name="T33" fmla="*/ 0 h 56"/>
                <a:gd name="T34" fmla="*/ 0 w 83"/>
                <a:gd name="T35" fmla="*/ 33 h 56"/>
                <a:gd name="T36" fmla="*/ 19 w 83"/>
                <a:gd name="T37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3" h="56">
                  <a:moveTo>
                    <a:pt x="19" y="56"/>
                  </a:moveTo>
                  <a:cubicBezTo>
                    <a:pt x="26" y="56"/>
                    <a:pt x="26" y="56"/>
                    <a:pt x="26" y="56"/>
                  </a:cubicBezTo>
                  <a:cubicBezTo>
                    <a:pt x="48" y="56"/>
                    <a:pt x="45" y="13"/>
                    <a:pt x="59" y="13"/>
                  </a:cubicBezTo>
                  <a:cubicBezTo>
                    <a:pt x="64" y="13"/>
                    <a:pt x="64" y="13"/>
                    <a:pt x="64" y="13"/>
                  </a:cubicBezTo>
                  <a:cubicBezTo>
                    <a:pt x="68" y="13"/>
                    <a:pt x="74" y="22"/>
                    <a:pt x="74" y="25"/>
                  </a:cubicBezTo>
                  <a:cubicBezTo>
                    <a:pt x="74" y="34"/>
                    <a:pt x="74" y="34"/>
                    <a:pt x="74" y="34"/>
                  </a:cubicBezTo>
                  <a:cubicBezTo>
                    <a:pt x="74" y="40"/>
                    <a:pt x="68" y="44"/>
                    <a:pt x="62" y="44"/>
                  </a:cubicBezTo>
                  <a:cubicBezTo>
                    <a:pt x="62" y="56"/>
                    <a:pt x="62" y="56"/>
                    <a:pt x="62" y="56"/>
                  </a:cubicBezTo>
                  <a:cubicBezTo>
                    <a:pt x="72" y="56"/>
                    <a:pt x="83" y="46"/>
                    <a:pt x="83" y="36"/>
                  </a:cubicBezTo>
                  <a:cubicBezTo>
                    <a:pt x="83" y="22"/>
                    <a:pt x="83" y="22"/>
                    <a:pt x="83" y="22"/>
                  </a:cubicBezTo>
                  <a:cubicBezTo>
                    <a:pt x="83" y="12"/>
                    <a:pt x="73" y="3"/>
                    <a:pt x="62" y="3"/>
                  </a:cubicBezTo>
                  <a:cubicBezTo>
                    <a:pt x="58" y="3"/>
                    <a:pt x="58" y="3"/>
                    <a:pt x="58" y="3"/>
                  </a:cubicBezTo>
                  <a:cubicBezTo>
                    <a:pt x="32" y="3"/>
                    <a:pt x="42" y="46"/>
                    <a:pt x="22" y="46"/>
                  </a:cubicBezTo>
                  <a:cubicBezTo>
                    <a:pt x="14" y="46"/>
                    <a:pt x="10" y="40"/>
                    <a:pt x="10" y="33"/>
                  </a:cubicBezTo>
                  <a:cubicBezTo>
                    <a:pt x="10" y="27"/>
                    <a:pt x="10" y="27"/>
                    <a:pt x="10" y="27"/>
                  </a:cubicBezTo>
                  <a:cubicBezTo>
                    <a:pt x="10" y="18"/>
                    <a:pt x="16" y="12"/>
                    <a:pt x="25" y="12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8" y="0"/>
                    <a:pt x="0" y="14"/>
                    <a:pt x="0" y="33"/>
                  </a:cubicBezTo>
                  <a:cubicBezTo>
                    <a:pt x="0" y="44"/>
                    <a:pt x="8" y="56"/>
                    <a:pt x="19" y="5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8" name="isliḓè">
              <a:extLst>
                <a:ext uri="{FF2B5EF4-FFF2-40B4-BE49-F238E27FC236}">
                  <a16:creationId xmlns:a16="http://schemas.microsoft.com/office/drawing/2014/main" id="{F91E50D9-4B39-4220-BE1D-44D60A78CF5C}"/>
                </a:ext>
              </a:extLst>
            </p:cNvPr>
            <p:cNvSpPr/>
            <p:nvPr/>
          </p:nvSpPr>
          <p:spPr bwMode="auto">
            <a:xfrm>
              <a:off x="2108200" y="1498600"/>
              <a:ext cx="333375" cy="415925"/>
            </a:xfrm>
            <a:custGeom>
              <a:avLst/>
              <a:gdLst>
                <a:gd name="T0" fmla="*/ 9 w 101"/>
                <a:gd name="T1" fmla="*/ 58 h 126"/>
                <a:gd name="T2" fmla="*/ 0 w 101"/>
                <a:gd name="T3" fmla="*/ 85 h 126"/>
                <a:gd name="T4" fmla="*/ 29 w 101"/>
                <a:gd name="T5" fmla="*/ 119 h 126"/>
                <a:gd name="T6" fmla="*/ 36 w 101"/>
                <a:gd name="T7" fmla="*/ 92 h 126"/>
                <a:gd name="T8" fmla="*/ 46 w 101"/>
                <a:gd name="T9" fmla="*/ 113 h 126"/>
                <a:gd name="T10" fmla="*/ 86 w 101"/>
                <a:gd name="T11" fmla="*/ 94 h 126"/>
                <a:gd name="T12" fmla="*/ 81 w 101"/>
                <a:gd name="T13" fmla="*/ 83 h 126"/>
                <a:gd name="T14" fmla="*/ 101 w 101"/>
                <a:gd name="T15" fmla="*/ 52 h 126"/>
                <a:gd name="T16" fmla="*/ 95 w 101"/>
                <a:gd name="T17" fmla="*/ 49 h 126"/>
                <a:gd name="T18" fmla="*/ 67 w 101"/>
                <a:gd name="T19" fmla="*/ 34 h 126"/>
                <a:gd name="T20" fmla="*/ 65 w 101"/>
                <a:gd name="T21" fmla="*/ 14 h 126"/>
                <a:gd name="T22" fmla="*/ 46 w 101"/>
                <a:gd name="T23" fmla="*/ 20 h 126"/>
                <a:gd name="T24" fmla="*/ 45 w 101"/>
                <a:gd name="T25" fmla="*/ 24 h 126"/>
                <a:gd name="T26" fmla="*/ 39 w 101"/>
                <a:gd name="T27" fmla="*/ 27 h 126"/>
                <a:gd name="T28" fmla="*/ 39 w 101"/>
                <a:gd name="T29" fmla="*/ 2 h 126"/>
                <a:gd name="T30" fmla="*/ 35 w 101"/>
                <a:gd name="T31" fmla="*/ 0 h 126"/>
                <a:gd name="T32" fmla="*/ 32 w 101"/>
                <a:gd name="T33" fmla="*/ 3 h 126"/>
                <a:gd name="T34" fmla="*/ 24 w 101"/>
                <a:gd name="T35" fmla="*/ 40 h 126"/>
                <a:gd name="T36" fmla="*/ 37 w 101"/>
                <a:gd name="T37" fmla="*/ 49 h 126"/>
                <a:gd name="T38" fmla="*/ 43 w 101"/>
                <a:gd name="T39" fmla="*/ 42 h 126"/>
                <a:gd name="T40" fmla="*/ 38 w 101"/>
                <a:gd name="T41" fmla="*/ 64 h 126"/>
                <a:gd name="T42" fmla="*/ 27 w 101"/>
                <a:gd name="T43" fmla="*/ 90 h 126"/>
                <a:gd name="T44" fmla="*/ 24 w 101"/>
                <a:gd name="T45" fmla="*/ 71 h 126"/>
                <a:gd name="T46" fmla="*/ 15 w 101"/>
                <a:gd name="T47" fmla="*/ 64 h 126"/>
                <a:gd name="T48" fmla="*/ 73 w 101"/>
                <a:gd name="T49" fmla="*/ 92 h 126"/>
                <a:gd name="T50" fmla="*/ 52 w 101"/>
                <a:gd name="T51" fmla="*/ 94 h 126"/>
                <a:gd name="T52" fmla="*/ 54 w 101"/>
                <a:gd name="T53" fmla="*/ 77 h 126"/>
                <a:gd name="T54" fmla="*/ 58 w 101"/>
                <a:gd name="T55" fmla="*/ 85 h 126"/>
                <a:gd name="T56" fmla="*/ 63 w 101"/>
                <a:gd name="T57" fmla="*/ 88 h 126"/>
                <a:gd name="T58" fmla="*/ 64 w 101"/>
                <a:gd name="T59" fmla="*/ 94 h 126"/>
                <a:gd name="T60" fmla="*/ 69 w 101"/>
                <a:gd name="T61" fmla="*/ 91 h 126"/>
                <a:gd name="T62" fmla="*/ 67 w 101"/>
                <a:gd name="T63" fmla="*/ 83 h 126"/>
                <a:gd name="T64" fmla="*/ 63 w 101"/>
                <a:gd name="T65" fmla="*/ 80 h 126"/>
                <a:gd name="T66" fmla="*/ 61 w 101"/>
                <a:gd name="T67" fmla="*/ 73 h 126"/>
                <a:gd name="T68" fmla="*/ 64 w 101"/>
                <a:gd name="T69" fmla="*/ 70 h 126"/>
                <a:gd name="T70" fmla="*/ 67 w 101"/>
                <a:gd name="T71" fmla="*/ 46 h 126"/>
                <a:gd name="T72" fmla="*/ 67 w 101"/>
                <a:gd name="T73" fmla="*/ 63 h 126"/>
                <a:gd name="T74" fmla="*/ 58 w 101"/>
                <a:gd name="T75" fmla="*/ 60 h 126"/>
                <a:gd name="T76" fmla="*/ 52 w 101"/>
                <a:gd name="T77" fmla="*/ 54 h 126"/>
                <a:gd name="T78" fmla="*/ 55 w 101"/>
                <a:gd name="T79" fmla="*/ 66 h 126"/>
                <a:gd name="T80" fmla="*/ 51 w 101"/>
                <a:gd name="T81" fmla="*/ 73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01" h="126">
                  <a:moveTo>
                    <a:pt x="15" y="64"/>
                  </a:moveTo>
                  <a:cubicBezTo>
                    <a:pt x="15" y="62"/>
                    <a:pt x="13" y="58"/>
                    <a:pt x="9" y="58"/>
                  </a:cubicBezTo>
                  <a:cubicBezTo>
                    <a:pt x="3" y="58"/>
                    <a:pt x="0" y="71"/>
                    <a:pt x="0" y="77"/>
                  </a:cubicBezTo>
                  <a:cubicBezTo>
                    <a:pt x="0" y="85"/>
                    <a:pt x="0" y="85"/>
                    <a:pt x="0" y="85"/>
                  </a:cubicBezTo>
                  <a:cubicBezTo>
                    <a:pt x="0" y="93"/>
                    <a:pt x="14" y="117"/>
                    <a:pt x="18" y="123"/>
                  </a:cubicBezTo>
                  <a:cubicBezTo>
                    <a:pt x="21" y="126"/>
                    <a:pt x="27" y="121"/>
                    <a:pt x="29" y="119"/>
                  </a:cubicBezTo>
                  <a:cubicBezTo>
                    <a:pt x="29" y="105"/>
                    <a:pt x="22" y="94"/>
                    <a:pt x="35" y="97"/>
                  </a:cubicBezTo>
                  <a:cubicBezTo>
                    <a:pt x="36" y="92"/>
                    <a:pt x="36" y="92"/>
                    <a:pt x="36" y="92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46" y="113"/>
                    <a:pt x="46" y="113"/>
                    <a:pt x="46" y="113"/>
                  </a:cubicBezTo>
                  <a:cubicBezTo>
                    <a:pt x="49" y="115"/>
                    <a:pt x="74" y="109"/>
                    <a:pt x="80" y="105"/>
                  </a:cubicBezTo>
                  <a:cubicBezTo>
                    <a:pt x="83" y="101"/>
                    <a:pt x="86" y="100"/>
                    <a:pt x="86" y="94"/>
                  </a:cubicBezTo>
                  <a:cubicBezTo>
                    <a:pt x="86" y="92"/>
                    <a:pt x="86" y="92"/>
                    <a:pt x="86" y="92"/>
                  </a:cubicBezTo>
                  <a:cubicBezTo>
                    <a:pt x="86" y="86"/>
                    <a:pt x="81" y="90"/>
                    <a:pt x="81" y="83"/>
                  </a:cubicBezTo>
                  <a:cubicBezTo>
                    <a:pt x="81" y="66"/>
                    <a:pt x="81" y="66"/>
                    <a:pt x="81" y="66"/>
                  </a:cubicBezTo>
                  <a:cubicBezTo>
                    <a:pt x="81" y="54"/>
                    <a:pt x="101" y="62"/>
                    <a:pt x="101" y="52"/>
                  </a:cubicBezTo>
                  <a:cubicBezTo>
                    <a:pt x="101" y="50"/>
                    <a:pt x="99" y="49"/>
                    <a:pt x="97" y="49"/>
                  </a:cubicBezTo>
                  <a:cubicBezTo>
                    <a:pt x="95" y="49"/>
                    <a:pt x="95" y="49"/>
                    <a:pt x="95" y="49"/>
                  </a:cubicBezTo>
                  <a:cubicBezTo>
                    <a:pt x="92" y="49"/>
                    <a:pt x="88" y="55"/>
                    <a:pt x="78" y="55"/>
                  </a:cubicBezTo>
                  <a:cubicBezTo>
                    <a:pt x="77" y="48"/>
                    <a:pt x="75" y="34"/>
                    <a:pt x="67" y="34"/>
                  </a:cubicBezTo>
                  <a:cubicBezTo>
                    <a:pt x="63" y="34"/>
                    <a:pt x="63" y="34"/>
                    <a:pt x="63" y="34"/>
                  </a:cubicBezTo>
                  <a:cubicBezTo>
                    <a:pt x="65" y="14"/>
                    <a:pt x="65" y="14"/>
                    <a:pt x="65" y="14"/>
                  </a:cubicBezTo>
                  <a:cubicBezTo>
                    <a:pt x="64" y="12"/>
                    <a:pt x="62" y="11"/>
                    <a:pt x="60" y="11"/>
                  </a:cubicBezTo>
                  <a:cubicBezTo>
                    <a:pt x="53" y="11"/>
                    <a:pt x="49" y="15"/>
                    <a:pt x="46" y="20"/>
                  </a:cubicBezTo>
                  <a:cubicBezTo>
                    <a:pt x="45" y="21"/>
                    <a:pt x="45" y="21"/>
                    <a:pt x="45" y="21"/>
                  </a:cubicBezTo>
                  <a:cubicBezTo>
                    <a:pt x="45" y="24"/>
                    <a:pt x="45" y="24"/>
                    <a:pt x="45" y="24"/>
                  </a:cubicBezTo>
                  <a:cubicBezTo>
                    <a:pt x="42" y="25"/>
                    <a:pt x="42" y="25"/>
                    <a:pt x="42" y="25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3"/>
                    <a:pt x="40" y="3"/>
                    <a:pt x="40" y="3"/>
                  </a:cubicBezTo>
                  <a:cubicBezTo>
                    <a:pt x="39" y="2"/>
                    <a:pt x="39" y="2"/>
                    <a:pt x="39" y="2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33" y="2"/>
                    <a:pt x="33" y="2"/>
                    <a:pt x="33" y="2"/>
                  </a:cubicBezTo>
                  <a:cubicBezTo>
                    <a:pt x="32" y="3"/>
                    <a:pt x="32" y="3"/>
                    <a:pt x="32" y="3"/>
                  </a:cubicBezTo>
                  <a:cubicBezTo>
                    <a:pt x="26" y="13"/>
                    <a:pt x="24" y="15"/>
                    <a:pt x="24" y="31"/>
                  </a:cubicBezTo>
                  <a:cubicBezTo>
                    <a:pt x="24" y="40"/>
                    <a:pt x="24" y="40"/>
                    <a:pt x="24" y="40"/>
                  </a:cubicBezTo>
                  <a:cubicBezTo>
                    <a:pt x="24" y="44"/>
                    <a:pt x="25" y="44"/>
                    <a:pt x="26" y="48"/>
                  </a:cubicBezTo>
                  <a:cubicBezTo>
                    <a:pt x="37" y="49"/>
                    <a:pt x="37" y="49"/>
                    <a:pt x="37" y="49"/>
                  </a:cubicBezTo>
                  <a:cubicBezTo>
                    <a:pt x="42" y="41"/>
                    <a:pt x="42" y="41"/>
                    <a:pt x="42" y="41"/>
                  </a:cubicBezTo>
                  <a:cubicBezTo>
                    <a:pt x="43" y="42"/>
                    <a:pt x="43" y="42"/>
                    <a:pt x="43" y="42"/>
                  </a:cubicBezTo>
                  <a:cubicBezTo>
                    <a:pt x="43" y="46"/>
                    <a:pt x="43" y="46"/>
                    <a:pt x="43" y="46"/>
                  </a:cubicBezTo>
                  <a:cubicBezTo>
                    <a:pt x="43" y="53"/>
                    <a:pt x="39" y="55"/>
                    <a:pt x="38" y="64"/>
                  </a:cubicBezTo>
                  <a:cubicBezTo>
                    <a:pt x="37" y="72"/>
                    <a:pt x="36" y="79"/>
                    <a:pt x="36" y="86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27" y="71"/>
                    <a:pt x="27" y="71"/>
                    <a:pt x="27" y="71"/>
                  </a:cubicBezTo>
                  <a:cubicBezTo>
                    <a:pt x="24" y="71"/>
                    <a:pt x="24" y="71"/>
                    <a:pt x="24" y="71"/>
                  </a:cubicBezTo>
                  <a:cubicBezTo>
                    <a:pt x="20" y="107"/>
                    <a:pt x="20" y="107"/>
                    <a:pt x="20" y="107"/>
                  </a:cubicBezTo>
                  <a:cubicBezTo>
                    <a:pt x="13" y="97"/>
                    <a:pt x="15" y="79"/>
                    <a:pt x="15" y="64"/>
                  </a:cubicBezTo>
                  <a:close/>
                  <a:moveTo>
                    <a:pt x="73" y="66"/>
                  </a:moveTo>
                  <a:cubicBezTo>
                    <a:pt x="73" y="92"/>
                    <a:pt x="73" y="92"/>
                    <a:pt x="73" y="92"/>
                  </a:cubicBezTo>
                  <a:cubicBezTo>
                    <a:pt x="73" y="98"/>
                    <a:pt x="61" y="101"/>
                    <a:pt x="55" y="103"/>
                  </a:cubicBezTo>
                  <a:cubicBezTo>
                    <a:pt x="52" y="94"/>
                    <a:pt x="52" y="94"/>
                    <a:pt x="52" y="94"/>
                  </a:cubicBezTo>
                  <a:cubicBezTo>
                    <a:pt x="52" y="79"/>
                    <a:pt x="52" y="79"/>
                    <a:pt x="52" y="79"/>
                  </a:cubicBezTo>
                  <a:cubicBezTo>
                    <a:pt x="54" y="77"/>
                    <a:pt x="54" y="77"/>
                    <a:pt x="54" y="77"/>
                  </a:cubicBezTo>
                  <a:cubicBezTo>
                    <a:pt x="57" y="77"/>
                    <a:pt x="57" y="77"/>
                    <a:pt x="57" y="77"/>
                  </a:cubicBezTo>
                  <a:cubicBezTo>
                    <a:pt x="58" y="85"/>
                    <a:pt x="58" y="85"/>
                    <a:pt x="58" y="85"/>
                  </a:cubicBezTo>
                  <a:cubicBezTo>
                    <a:pt x="60" y="86"/>
                    <a:pt x="60" y="86"/>
                    <a:pt x="60" y="86"/>
                  </a:cubicBezTo>
                  <a:cubicBezTo>
                    <a:pt x="63" y="88"/>
                    <a:pt x="63" y="88"/>
                    <a:pt x="63" y="88"/>
                  </a:cubicBezTo>
                  <a:cubicBezTo>
                    <a:pt x="64" y="92"/>
                    <a:pt x="64" y="92"/>
                    <a:pt x="64" y="92"/>
                  </a:cubicBezTo>
                  <a:cubicBezTo>
                    <a:pt x="64" y="94"/>
                    <a:pt x="64" y="94"/>
                    <a:pt x="64" y="94"/>
                  </a:cubicBezTo>
                  <a:cubicBezTo>
                    <a:pt x="67" y="92"/>
                    <a:pt x="67" y="92"/>
                    <a:pt x="67" y="92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69" y="85"/>
                    <a:pt x="69" y="85"/>
                    <a:pt x="69" y="85"/>
                  </a:cubicBezTo>
                  <a:cubicBezTo>
                    <a:pt x="67" y="83"/>
                    <a:pt x="67" y="83"/>
                    <a:pt x="67" y="83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3" y="80"/>
                    <a:pt x="63" y="80"/>
                    <a:pt x="63" y="80"/>
                  </a:cubicBezTo>
                  <a:cubicBezTo>
                    <a:pt x="61" y="77"/>
                    <a:pt x="61" y="77"/>
                    <a:pt x="61" y="77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3" y="71"/>
                    <a:pt x="63" y="71"/>
                    <a:pt x="63" y="71"/>
                  </a:cubicBezTo>
                  <a:cubicBezTo>
                    <a:pt x="64" y="70"/>
                    <a:pt x="64" y="70"/>
                    <a:pt x="64" y="70"/>
                  </a:cubicBezTo>
                  <a:lnTo>
                    <a:pt x="73" y="66"/>
                  </a:lnTo>
                  <a:close/>
                  <a:moveTo>
                    <a:pt x="67" y="46"/>
                  </a:moveTo>
                  <a:cubicBezTo>
                    <a:pt x="70" y="46"/>
                    <a:pt x="72" y="54"/>
                    <a:pt x="72" y="58"/>
                  </a:cubicBezTo>
                  <a:cubicBezTo>
                    <a:pt x="72" y="62"/>
                    <a:pt x="71" y="63"/>
                    <a:pt x="67" y="63"/>
                  </a:cubicBezTo>
                  <a:cubicBezTo>
                    <a:pt x="66" y="63"/>
                    <a:pt x="66" y="63"/>
                    <a:pt x="66" y="63"/>
                  </a:cubicBezTo>
                  <a:cubicBezTo>
                    <a:pt x="61" y="63"/>
                    <a:pt x="63" y="60"/>
                    <a:pt x="58" y="60"/>
                  </a:cubicBezTo>
                  <a:cubicBezTo>
                    <a:pt x="54" y="60"/>
                    <a:pt x="54" y="60"/>
                    <a:pt x="54" y="60"/>
                  </a:cubicBezTo>
                  <a:cubicBezTo>
                    <a:pt x="52" y="54"/>
                    <a:pt x="52" y="54"/>
                    <a:pt x="52" y="54"/>
                  </a:cubicBezTo>
                  <a:cubicBezTo>
                    <a:pt x="55" y="52"/>
                    <a:pt x="65" y="46"/>
                    <a:pt x="67" y="46"/>
                  </a:cubicBezTo>
                  <a:close/>
                  <a:moveTo>
                    <a:pt x="55" y="66"/>
                  </a:moveTo>
                  <a:cubicBezTo>
                    <a:pt x="58" y="66"/>
                    <a:pt x="60" y="66"/>
                    <a:pt x="60" y="68"/>
                  </a:cubicBezTo>
                  <a:cubicBezTo>
                    <a:pt x="60" y="72"/>
                    <a:pt x="55" y="73"/>
                    <a:pt x="51" y="73"/>
                  </a:cubicBezTo>
                  <a:cubicBezTo>
                    <a:pt x="51" y="68"/>
                    <a:pt x="50" y="66"/>
                    <a:pt x="55" y="6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29" name="iṣḻîde">
              <a:extLst>
                <a:ext uri="{FF2B5EF4-FFF2-40B4-BE49-F238E27FC236}">
                  <a16:creationId xmlns:a16="http://schemas.microsoft.com/office/drawing/2014/main" id="{8E0137C2-F02D-4DAB-BC08-BE711A62C51A}"/>
                </a:ext>
              </a:extLst>
            </p:cNvPr>
            <p:cNvSpPr/>
            <p:nvPr/>
          </p:nvSpPr>
          <p:spPr bwMode="auto">
            <a:xfrm>
              <a:off x="3360738" y="1963738"/>
              <a:ext cx="211138" cy="171450"/>
            </a:xfrm>
            <a:custGeom>
              <a:avLst/>
              <a:gdLst>
                <a:gd name="T0" fmla="*/ 30 w 64"/>
                <a:gd name="T1" fmla="*/ 27 h 52"/>
                <a:gd name="T2" fmla="*/ 17 w 64"/>
                <a:gd name="T3" fmla="*/ 37 h 52"/>
                <a:gd name="T4" fmla="*/ 9 w 64"/>
                <a:gd name="T5" fmla="*/ 37 h 52"/>
                <a:gd name="T6" fmla="*/ 5 w 64"/>
                <a:gd name="T7" fmla="*/ 31 h 52"/>
                <a:gd name="T8" fmla="*/ 3 w 64"/>
                <a:gd name="T9" fmla="*/ 32 h 52"/>
                <a:gd name="T10" fmla="*/ 11 w 64"/>
                <a:gd name="T11" fmla="*/ 47 h 52"/>
                <a:gd name="T12" fmla="*/ 37 w 64"/>
                <a:gd name="T13" fmla="*/ 36 h 52"/>
                <a:gd name="T14" fmla="*/ 58 w 64"/>
                <a:gd name="T15" fmla="*/ 52 h 52"/>
                <a:gd name="T16" fmla="*/ 63 w 64"/>
                <a:gd name="T17" fmla="*/ 49 h 52"/>
                <a:gd name="T18" fmla="*/ 43 w 64"/>
                <a:gd name="T19" fmla="*/ 25 h 52"/>
                <a:gd name="T20" fmla="*/ 64 w 64"/>
                <a:gd name="T21" fmla="*/ 14 h 52"/>
                <a:gd name="T22" fmla="*/ 64 w 64"/>
                <a:gd name="T23" fmla="*/ 12 h 52"/>
                <a:gd name="T24" fmla="*/ 48 w 64"/>
                <a:gd name="T25" fmla="*/ 0 h 52"/>
                <a:gd name="T26" fmla="*/ 46 w 64"/>
                <a:gd name="T27" fmla="*/ 3 h 52"/>
                <a:gd name="T28" fmla="*/ 48 w 64"/>
                <a:gd name="T29" fmla="*/ 9 h 52"/>
                <a:gd name="T30" fmla="*/ 54 w 64"/>
                <a:gd name="T31" fmla="*/ 11 h 52"/>
                <a:gd name="T32" fmla="*/ 37 w 64"/>
                <a:gd name="T33" fmla="*/ 17 h 52"/>
                <a:gd name="T34" fmla="*/ 37 w 64"/>
                <a:gd name="T35" fmla="*/ 22 h 52"/>
                <a:gd name="T36" fmla="*/ 0 w 64"/>
                <a:gd name="T37" fmla="*/ 2 h 52"/>
                <a:gd name="T38" fmla="*/ 30 w 64"/>
                <a:gd name="T39" fmla="*/ 27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64" h="52">
                  <a:moveTo>
                    <a:pt x="30" y="27"/>
                  </a:moveTo>
                  <a:cubicBezTo>
                    <a:pt x="28" y="33"/>
                    <a:pt x="24" y="37"/>
                    <a:pt x="17" y="37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5" y="37"/>
                    <a:pt x="5" y="36"/>
                    <a:pt x="5" y="31"/>
                  </a:cubicBezTo>
                  <a:cubicBezTo>
                    <a:pt x="3" y="32"/>
                    <a:pt x="3" y="32"/>
                    <a:pt x="3" y="32"/>
                  </a:cubicBezTo>
                  <a:cubicBezTo>
                    <a:pt x="2" y="34"/>
                    <a:pt x="4" y="48"/>
                    <a:pt x="11" y="47"/>
                  </a:cubicBezTo>
                  <a:cubicBezTo>
                    <a:pt x="28" y="45"/>
                    <a:pt x="35" y="36"/>
                    <a:pt x="37" y="36"/>
                  </a:cubicBezTo>
                  <a:cubicBezTo>
                    <a:pt x="43" y="36"/>
                    <a:pt x="46" y="52"/>
                    <a:pt x="58" y="52"/>
                  </a:cubicBezTo>
                  <a:cubicBezTo>
                    <a:pt x="61" y="52"/>
                    <a:pt x="63" y="51"/>
                    <a:pt x="63" y="49"/>
                  </a:cubicBezTo>
                  <a:cubicBezTo>
                    <a:pt x="63" y="42"/>
                    <a:pt x="47" y="31"/>
                    <a:pt x="43" y="25"/>
                  </a:cubicBezTo>
                  <a:cubicBezTo>
                    <a:pt x="50" y="21"/>
                    <a:pt x="64" y="20"/>
                    <a:pt x="64" y="14"/>
                  </a:cubicBezTo>
                  <a:cubicBezTo>
                    <a:pt x="64" y="12"/>
                    <a:pt x="64" y="12"/>
                    <a:pt x="64" y="12"/>
                  </a:cubicBezTo>
                  <a:cubicBezTo>
                    <a:pt x="64" y="8"/>
                    <a:pt x="51" y="1"/>
                    <a:pt x="48" y="0"/>
                  </a:cubicBezTo>
                  <a:cubicBezTo>
                    <a:pt x="46" y="4"/>
                    <a:pt x="46" y="0"/>
                    <a:pt x="46" y="3"/>
                  </a:cubicBezTo>
                  <a:cubicBezTo>
                    <a:pt x="46" y="6"/>
                    <a:pt x="47" y="5"/>
                    <a:pt x="48" y="9"/>
                  </a:cubicBezTo>
                  <a:cubicBezTo>
                    <a:pt x="54" y="11"/>
                    <a:pt x="54" y="11"/>
                    <a:pt x="54" y="11"/>
                  </a:cubicBezTo>
                  <a:cubicBezTo>
                    <a:pt x="47" y="12"/>
                    <a:pt x="37" y="10"/>
                    <a:pt x="37" y="17"/>
                  </a:cubicBezTo>
                  <a:cubicBezTo>
                    <a:pt x="37" y="22"/>
                    <a:pt x="37" y="22"/>
                    <a:pt x="37" y="22"/>
                  </a:cubicBezTo>
                  <a:cubicBezTo>
                    <a:pt x="25" y="21"/>
                    <a:pt x="13" y="2"/>
                    <a:pt x="0" y="2"/>
                  </a:cubicBezTo>
                  <a:cubicBezTo>
                    <a:pt x="1" y="18"/>
                    <a:pt x="19" y="21"/>
                    <a:pt x="30" y="2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0" name="ïṥ1íďe">
              <a:extLst>
                <a:ext uri="{FF2B5EF4-FFF2-40B4-BE49-F238E27FC236}">
                  <a16:creationId xmlns:a16="http://schemas.microsoft.com/office/drawing/2014/main" id="{D20FA539-7DD2-41FE-A07A-B8C59C231934}"/>
                </a:ext>
              </a:extLst>
            </p:cNvPr>
            <p:cNvSpPr/>
            <p:nvPr/>
          </p:nvSpPr>
          <p:spPr bwMode="auto">
            <a:xfrm>
              <a:off x="1624013" y="2692400"/>
              <a:ext cx="1957388" cy="2122488"/>
            </a:xfrm>
            <a:custGeom>
              <a:avLst/>
              <a:gdLst>
                <a:gd name="T0" fmla="*/ 493 w 594"/>
                <a:gd name="T1" fmla="*/ 67 h 644"/>
                <a:gd name="T2" fmla="*/ 499 w 594"/>
                <a:gd name="T3" fmla="*/ 284 h 644"/>
                <a:gd name="T4" fmla="*/ 499 w 594"/>
                <a:gd name="T5" fmla="*/ 337 h 644"/>
                <a:gd name="T6" fmla="*/ 483 w 594"/>
                <a:gd name="T7" fmla="*/ 419 h 644"/>
                <a:gd name="T8" fmla="*/ 445 w 594"/>
                <a:gd name="T9" fmla="*/ 481 h 644"/>
                <a:gd name="T10" fmla="*/ 315 w 594"/>
                <a:gd name="T11" fmla="*/ 548 h 644"/>
                <a:gd name="T12" fmla="*/ 284 w 594"/>
                <a:gd name="T13" fmla="*/ 548 h 644"/>
                <a:gd name="T14" fmla="*/ 165 w 594"/>
                <a:gd name="T15" fmla="*/ 497 h 644"/>
                <a:gd name="T16" fmla="*/ 103 w 594"/>
                <a:gd name="T17" fmla="*/ 387 h 644"/>
                <a:gd name="T18" fmla="*/ 104 w 594"/>
                <a:gd name="T19" fmla="*/ 221 h 644"/>
                <a:gd name="T20" fmla="*/ 106 w 594"/>
                <a:gd name="T21" fmla="*/ 53 h 644"/>
                <a:gd name="T22" fmla="*/ 4 w 594"/>
                <a:gd name="T23" fmla="*/ 0 h 644"/>
                <a:gd name="T24" fmla="*/ 0 w 594"/>
                <a:gd name="T25" fmla="*/ 184 h 644"/>
                <a:gd name="T26" fmla="*/ 0 w 594"/>
                <a:gd name="T27" fmla="*/ 266 h 644"/>
                <a:gd name="T28" fmla="*/ 65 w 594"/>
                <a:gd name="T29" fmla="*/ 531 h 644"/>
                <a:gd name="T30" fmla="*/ 281 w 594"/>
                <a:gd name="T31" fmla="*/ 644 h 644"/>
                <a:gd name="T32" fmla="*/ 308 w 594"/>
                <a:gd name="T33" fmla="*/ 644 h 644"/>
                <a:gd name="T34" fmla="*/ 572 w 594"/>
                <a:gd name="T35" fmla="*/ 449 h 644"/>
                <a:gd name="T36" fmla="*/ 586 w 594"/>
                <a:gd name="T37" fmla="*/ 406 h 644"/>
                <a:gd name="T38" fmla="*/ 591 w 594"/>
                <a:gd name="T39" fmla="*/ 353 h 644"/>
                <a:gd name="T40" fmla="*/ 593 w 594"/>
                <a:gd name="T41" fmla="*/ 239 h 644"/>
                <a:gd name="T42" fmla="*/ 594 w 594"/>
                <a:gd name="T43" fmla="*/ 9 h 644"/>
                <a:gd name="T44" fmla="*/ 493 w 594"/>
                <a:gd name="T45" fmla="*/ 67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94" h="644">
                  <a:moveTo>
                    <a:pt x="493" y="67"/>
                  </a:moveTo>
                  <a:cubicBezTo>
                    <a:pt x="499" y="284"/>
                    <a:pt x="499" y="284"/>
                    <a:pt x="499" y="284"/>
                  </a:cubicBezTo>
                  <a:cubicBezTo>
                    <a:pt x="499" y="337"/>
                    <a:pt x="499" y="337"/>
                    <a:pt x="499" y="337"/>
                  </a:cubicBezTo>
                  <a:cubicBezTo>
                    <a:pt x="499" y="376"/>
                    <a:pt x="496" y="393"/>
                    <a:pt x="483" y="419"/>
                  </a:cubicBezTo>
                  <a:cubicBezTo>
                    <a:pt x="471" y="445"/>
                    <a:pt x="461" y="459"/>
                    <a:pt x="445" y="481"/>
                  </a:cubicBezTo>
                  <a:cubicBezTo>
                    <a:pt x="424" y="508"/>
                    <a:pt x="363" y="548"/>
                    <a:pt x="315" y="548"/>
                  </a:cubicBezTo>
                  <a:cubicBezTo>
                    <a:pt x="284" y="548"/>
                    <a:pt x="284" y="548"/>
                    <a:pt x="284" y="548"/>
                  </a:cubicBezTo>
                  <a:cubicBezTo>
                    <a:pt x="237" y="548"/>
                    <a:pt x="193" y="517"/>
                    <a:pt x="165" y="497"/>
                  </a:cubicBezTo>
                  <a:cubicBezTo>
                    <a:pt x="136" y="475"/>
                    <a:pt x="111" y="430"/>
                    <a:pt x="103" y="387"/>
                  </a:cubicBezTo>
                  <a:cubicBezTo>
                    <a:pt x="97" y="352"/>
                    <a:pt x="104" y="263"/>
                    <a:pt x="104" y="221"/>
                  </a:cubicBezTo>
                  <a:cubicBezTo>
                    <a:pt x="104" y="163"/>
                    <a:pt x="106" y="110"/>
                    <a:pt x="106" y="53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0" y="184"/>
                    <a:pt x="0" y="184"/>
                    <a:pt x="0" y="184"/>
                  </a:cubicBezTo>
                  <a:cubicBezTo>
                    <a:pt x="0" y="266"/>
                    <a:pt x="0" y="266"/>
                    <a:pt x="0" y="266"/>
                  </a:cubicBezTo>
                  <a:cubicBezTo>
                    <a:pt x="0" y="385"/>
                    <a:pt x="9" y="465"/>
                    <a:pt x="65" y="531"/>
                  </a:cubicBezTo>
                  <a:cubicBezTo>
                    <a:pt x="111" y="586"/>
                    <a:pt x="181" y="644"/>
                    <a:pt x="281" y="644"/>
                  </a:cubicBezTo>
                  <a:cubicBezTo>
                    <a:pt x="308" y="644"/>
                    <a:pt x="308" y="644"/>
                    <a:pt x="308" y="644"/>
                  </a:cubicBezTo>
                  <a:cubicBezTo>
                    <a:pt x="430" y="644"/>
                    <a:pt x="542" y="540"/>
                    <a:pt x="572" y="449"/>
                  </a:cubicBezTo>
                  <a:cubicBezTo>
                    <a:pt x="577" y="435"/>
                    <a:pt x="582" y="422"/>
                    <a:pt x="586" y="406"/>
                  </a:cubicBezTo>
                  <a:cubicBezTo>
                    <a:pt x="589" y="389"/>
                    <a:pt x="587" y="370"/>
                    <a:pt x="591" y="353"/>
                  </a:cubicBezTo>
                  <a:cubicBezTo>
                    <a:pt x="594" y="336"/>
                    <a:pt x="593" y="259"/>
                    <a:pt x="593" y="239"/>
                  </a:cubicBezTo>
                  <a:cubicBezTo>
                    <a:pt x="593" y="162"/>
                    <a:pt x="594" y="88"/>
                    <a:pt x="594" y="9"/>
                  </a:cubicBezTo>
                  <a:lnTo>
                    <a:pt x="493" y="6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1" name="íṩļidè">
              <a:extLst>
                <a:ext uri="{FF2B5EF4-FFF2-40B4-BE49-F238E27FC236}">
                  <a16:creationId xmlns:a16="http://schemas.microsoft.com/office/drawing/2014/main" id="{88B01143-0E94-4D67-A948-CB69FDE4F55A}"/>
                </a:ext>
              </a:extLst>
            </p:cNvPr>
            <p:cNvSpPr/>
            <p:nvPr/>
          </p:nvSpPr>
          <p:spPr bwMode="auto">
            <a:xfrm>
              <a:off x="2071688" y="2205038"/>
              <a:ext cx="490538" cy="1677988"/>
            </a:xfrm>
            <a:custGeom>
              <a:avLst/>
              <a:gdLst>
                <a:gd name="T0" fmla="*/ 10 w 149"/>
                <a:gd name="T1" fmla="*/ 494 h 509"/>
                <a:gd name="T2" fmla="*/ 47 w 149"/>
                <a:gd name="T3" fmla="*/ 497 h 509"/>
                <a:gd name="T4" fmla="*/ 75 w 149"/>
                <a:gd name="T5" fmla="*/ 509 h 509"/>
                <a:gd name="T6" fmla="*/ 89 w 149"/>
                <a:gd name="T7" fmla="*/ 469 h 509"/>
                <a:gd name="T8" fmla="*/ 89 w 149"/>
                <a:gd name="T9" fmla="*/ 467 h 509"/>
                <a:gd name="T10" fmla="*/ 80 w 149"/>
                <a:gd name="T11" fmla="*/ 447 h 509"/>
                <a:gd name="T12" fmla="*/ 80 w 149"/>
                <a:gd name="T13" fmla="*/ 427 h 509"/>
                <a:gd name="T14" fmla="*/ 86 w 149"/>
                <a:gd name="T15" fmla="*/ 233 h 509"/>
                <a:gd name="T16" fmla="*/ 106 w 149"/>
                <a:gd name="T17" fmla="*/ 154 h 509"/>
                <a:gd name="T18" fmla="*/ 149 w 149"/>
                <a:gd name="T19" fmla="*/ 96 h 509"/>
                <a:gd name="T20" fmla="*/ 85 w 149"/>
                <a:gd name="T21" fmla="*/ 38 h 509"/>
                <a:gd name="T22" fmla="*/ 0 w 149"/>
                <a:gd name="T23" fmla="*/ 0 h 509"/>
                <a:gd name="T24" fmla="*/ 0 w 149"/>
                <a:gd name="T25" fmla="*/ 478 h 509"/>
                <a:gd name="T26" fmla="*/ 10 w 149"/>
                <a:gd name="T27" fmla="*/ 494 h 5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49" h="509">
                  <a:moveTo>
                    <a:pt x="10" y="494"/>
                  </a:moveTo>
                  <a:cubicBezTo>
                    <a:pt x="23" y="494"/>
                    <a:pt x="38" y="494"/>
                    <a:pt x="47" y="497"/>
                  </a:cubicBezTo>
                  <a:cubicBezTo>
                    <a:pt x="55" y="499"/>
                    <a:pt x="68" y="509"/>
                    <a:pt x="75" y="509"/>
                  </a:cubicBezTo>
                  <a:cubicBezTo>
                    <a:pt x="84" y="509"/>
                    <a:pt x="89" y="479"/>
                    <a:pt x="89" y="469"/>
                  </a:cubicBezTo>
                  <a:cubicBezTo>
                    <a:pt x="89" y="467"/>
                    <a:pt x="89" y="467"/>
                    <a:pt x="89" y="467"/>
                  </a:cubicBezTo>
                  <a:cubicBezTo>
                    <a:pt x="89" y="453"/>
                    <a:pt x="80" y="452"/>
                    <a:pt x="80" y="447"/>
                  </a:cubicBezTo>
                  <a:cubicBezTo>
                    <a:pt x="80" y="427"/>
                    <a:pt x="80" y="427"/>
                    <a:pt x="80" y="427"/>
                  </a:cubicBezTo>
                  <a:cubicBezTo>
                    <a:pt x="80" y="361"/>
                    <a:pt x="83" y="297"/>
                    <a:pt x="86" y="233"/>
                  </a:cubicBezTo>
                  <a:cubicBezTo>
                    <a:pt x="87" y="201"/>
                    <a:pt x="95" y="176"/>
                    <a:pt x="106" y="154"/>
                  </a:cubicBezTo>
                  <a:cubicBezTo>
                    <a:pt x="114" y="137"/>
                    <a:pt x="136" y="105"/>
                    <a:pt x="149" y="96"/>
                  </a:cubicBezTo>
                  <a:cubicBezTo>
                    <a:pt x="136" y="71"/>
                    <a:pt x="109" y="52"/>
                    <a:pt x="85" y="38"/>
                  </a:cubicBezTo>
                  <a:cubicBezTo>
                    <a:pt x="72" y="30"/>
                    <a:pt x="14" y="1"/>
                    <a:pt x="0" y="0"/>
                  </a:cubicBezTo>
                  <a:cubicBezTo>
                    <a:pt x="0" y="478"/>
                    <a:pt x="0" y="478"/>
                    <a:pt x="0" y="478"/>
                  </a:cubicBezTo>
                  <a:cubicBezTo>
                    <a:pt x="0" y="485"/>
                    <a:pt x="5" y="491"/>
                    <a:pt x="10" y="4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2" name="ïṥḷiḋe">
              <a:extLst>
                <a:ext uri="{FF2B5EF4-FFF2-40B4-BE49-F238E27FC236}">
                  <a16:creationId xmlns:a16="http://schemas.microsoft.com/office/drawing/2014/main" id="{6B778313-6828-4427-B6A0-50E1B138FB65}"/>
                </a:ext>
              </a:extLst>
            </p:cNvPr>
            <p:cNvSpPr/>
            <p:nvPr/>
          </p:nvSpPr>
          <p:spPr bwMode="auto">
            <a:xfrm>
              <a:off x="2012950" y="2254250"/>
              <a:ext cx="1225550" cy="2122488"/>
            </a:xfrm>
            <a:custGeom>
              <a:avLst/>
              <a:gdLst>
                <a:gd name="T0" fmla="*/ 21 w 372"/>
                <a:gd name="T1" fmla="*/ 540 h 644"/>
                <a:gd name="T2" fmla="*/ 36 w 372"/>
                <a:gd name="T3" fmla="*/ 561 h 644"/>
                <a:gd name="T4" fmla="*/ 71 w 372"/>
                <a:gd name="T5" fmla="*/ 602 h 644"/>
                <a:gd name="T6" fmla="*/ 179 w 372"/>
                <a:gd name="T7" fmla="*/ 644 h 644"/>
                <a:gd name="T8" fmla="*/ 338 w 372"/>
                <a:gd name="T9" fmla="*/ 491 h 644"/>
                <a:gd name="T10" fmla="*/ 338 w 372"/>
                <a:gd name="T11" fmla="*/ 178 h 644"/>
                <a:gd name="T12" fmla="*/ 369 w 372"/>
                <a:gd name="T13" fmla="*/ 160 h 644"/>
                <a:gd name="T14" fmla="*/ 369 w 372"/>
                <a:gd name="T15" fmla="*/ 136 h 644"/>
                <a:gd name="T16" fmla="*/ 372 w 372"/>
                <a:gd name="T17" fmla="*/ 0 h 644"/>
                <a:gd name="T18" fmla="*/ 121 w 372"/>
                <a:gd name="T19" fmla="*/ 249 h 644"/>
                <a:gd name="T20" fmla="*/ 121 w 372"/>
                <a:gd name="T21" fmla="*/ 279 h 644"/>
                <a:gd name="T22" fmla="*/ 130 w 372"/>
                <a:gd name="T23" fmla="*/ 452 h 644"/>
                <a:gd name="T24" fmla="*/ 98 w 372"/>
                <a:gd name="T25" fmla="*/ 513 h 644"/>
                <a:gd name="T26" fmla="*/ 50 w 372"/>
                <a:gd name="T27" fmla="*/ 501 h 644"/>
                <a:gd name="T28" fmla="*/ 40 w 372"/>
                <a:gd name="T29" fmla="*/ 501 h 644"/>
                <a:gd name="T30" fmla="*/ 0 w 372"/>
                <a:gd name="T31" fmla="*/ 521 h 644"/>
                <a:gd name="T32" fmla="*/ 0 w 372"/>
                <a:gd name="T33" fmla="*/ 524 h 644"/>
                <a:gd name="T34" fmla="*/ 21 w 372"/>
                <a:gd name="T35" fmla="*/ 540 h 644"/>
                <a:gd name="T36" fmla="*/ 31 w 372"/>
                <a:gd name="T37" fmla="*/ 516 h 644"/>
                <a:gd name="T38" fmla="*/ 32 w 372"/>
                <a:gd name="T39" fmla="*/ 516 h 644"/>
                <a:gd name="T40" fmla="*/ 44 w 372"/>
                <a:gd name="T41" fmla="*/ 521 h 644"/>
                <a:gd name="T42" fmla="*/ 34 w 372"/>
                <a:gd name="T43" fmla="*/ 528 h 644"/>
                <a:gd name="T44" fmla="*/ 25 w 372"/>
                <a:gd name="T45" fmla="*/ 522 h 644"/>
                <a:gd name="T46" fmla="*/ 31 w 372"/>
                <a:gd name="T47" fmla="*/ 516 h 6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72" h="644">
                  <a:moveTo>
                    <a:pt x="21" y="540"/>
                  </a:moveTo>
                  <a:cubicBezTo>
                    <a:pt x="28" y="546"/>
                    <a:pt x="30" y="553"/>
                    <a:pt x="36" y="561"/>
                  </a:cubicBezTo>
                  <a:cubicBezTo>
                    <a:pt x="50" y="579"/>
                    <a:pt x="55" y="586"/>
                    <a:pt x="71" y="602"/>
                  </a:cubicBezTo>
                  <a:cubicBezTo>
                    <a:pt x="94" y="625"/>
                    <a:pt x="133" y="644"/>
                    <a:pt x="179" y="644"/>
                  </a:cubicBezTo>
                  <a:cubicBezTo>
                    <a:pt x="267" y="644"/>
                    <a:pt x="338" y="579"/>
                    <a:pt x="338" y="491"/>
                  </a:cubicBezTo>
                  <a:cubicBezTo>
                    <a:pt x="338" y="387"/>
                    <a:pt x="338" y="282"/>
                    <a:pt x="338" y="178"/>
                  </a:cubicBezTo>
                  <a:cubicBezTo>
                    <a:pt x="369" y="160"/>
                    <a:pt x="369" y="160"/>
                    <a:pt x="369" y="160"/>
                  </a:cubicBezTo>
                  <a:cubicBezTo>
                    <a:pt x="369" y="136"/>
                    <a:pt x="369" y="136"/>
                    <a:pt x="369" y="136"/>
                  </a:cubicBezTo>
                  <a:cubicBezTo>
                    <a:pt x="372" y="0"/>
                    <a:pt x="372" y="0"/>
                    <a:pt x="372" y="0"/>
                  </a:cubicBezTo>
                  <a:cubicBezTo>
                    <a:pt x="232" y="11"/>
                    <a:pt x="121" y="97"/>
                    <a:pt x="121" y="249"/>
                  </a:cubicBezTo>
                  <a:cubicBezTo>
                    <a:pt x="121" y="279"/>
                    <a:pt x="121" y="279"/>
                    <a:pt x="121" y="279"/>
                  </a:cubicBezTo>
                  <a:cubicBezTo>
                    <a:pt x="130" y="452"/>
                    <a:pt x="130" y="452"/>
                    <a:pt x="130" y="452"/>
                  </a:cubicBezTo>
                  <a:cubicBezTo>
                    <a:pt x="132" y="476"/>
                    <a:pt x="121" y="513"/>
                    <a:pt x="98" y="513"/>
                  </a:cubicBezTo>
                  <a:cubicBezTo>
                    <a:pt x="80" y="513"/>
                    <a:pt x="73" y="501"/>
                    <a:pt x="50" y="501"/>
                  </a:cubicBezTo>
                  <a:cubicBezTo>
                    <a:pt x="40" y="501"/>
                    <a:pt x="40" y="501"/>
                    <a:pt x="40" y="501"/>
                  </a:cubicBezTo>
                  <a:cubicBezTo>
                    <a:pt x="28" y="501"/>
                    <a:pt x="0" y="512"/>
                    <a:pt x="0" y="521"/>
                  </a:cubicBezTo>
                  <a:cubicBezTo>
                    <a:pt x="0" y="524"/>
                    <a:pt x="0" y="524"/>
                    <a:pt x="0" y="524"/>
                  </a:cubicBezTo>
                  <a:cubicBezTo>
                    <a:pt x="0" y="531"/>
                    <a:pt x="14" y="532"/>
                    <a:pt x="21" y="540"/>
                  </a:cubicBezTo>
                  <a:close/>
                  <a:moveTo>
                    <a:pt x="31" y="516"/>
                  </a:moveTo>
                  <a:cubicBezTo>
                    <a:pt x="32" y="516"/>
                    <a:pt x="32" y="516"/>
                    <a:pt x="32" y="516"/>
                  </a:cubicBezTo>
                  <a:cubicBezTo>
                    <a:pt x="36" y="516"/>
                    <a:pt x="44" y="517"/>
                    <a:pt x="44" y="521"/>
                  </a:cubicBezTo>
                  <a:cubicBezTo>
                    <a:pt x="44" y="523"/>
                    <a:pt x="37" y="528"/>
                    <a:pt x="34" y="528"/>
                  </a:cubicBezTo>
                  <a:cubicBezTo>
                    <a:pt x="29" y="528"/>
                    <a:pt x="25" y="527"/>
                    <a:pt x="25" y="522"/>
                  </a:cubicBezTo>
                  <a:cubicBezTo>
                    <a:pt x="25" y="519"/>
                    <a:pt x="27" y="516"/>
                    <a:pt x="31" y="5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3" name="îŝḷíďe">
              <a:extLst>
                <a:ext uri="{FF2B5EF4-FFF2-40B4-BE49-F238E27FC236}">
                  <a16:creationId xmlns:a16="http://schemas.microsoft.com/office/drawing/2014/main" id="{074B9B7A-33DA-4C4E-AAFF-57D45609692C}"/>
                </a:ext>
              </a:extLst>
            </p:cNvPr>
            <p:cNvSpPr/>
            <p:nvPr/>
          </p:nvSpPr>
          <p:spPr bwMode="auto">
            <a:xfrm>
              <a:off x="1606550" y="1847850"/>
              <a:ext cx="306388" cy="323850"/>
            </a:xfrm>
            <a:custGeom>
              <a:avLst/>
              <a:gdLst>
                <a:gd name="T0" fmla="*/ 23 w 93"/>
                <a:gd name="T1" fmla="*/ 98 h 98"/>
                <a:gd name="T2" fmla="*/ 58 w 93"/>
                <a:gd name="T3" fmla="*/ 62 h 98"/>
                <a:gd name="T4" fmla="*/ 73 w 93"/>
                <a:gd name="T5" fmla="*/ 44 h 98"/>
                <a:gd name="T6" fmla="*/ 93 w 93"/>
                <a:gd name="T7" fmla="*/ 28 h 98"/>
                <a:gd name="T8" fmla="*/ 89 w 93"/>
                <a:gd name="T9" fmla="*/ 23 h 98"/>
                <a:gd name="T10" fmla="*/ 87 w 93"/>
                <a:gd name="T11" fmla="*/ 23 h 98"/>
                <a:gd name="T12" fmla="*/ 51 w 93"/>
                <a:gd name="T13" fmla="*/ 49 h 98"/>
                <a:gd name="T14" fmla="*/ 38 w 93"/>
                <a:gd name="T15" fmla="*/ 34 h 98"/>
                <a:gd name="T16" fmla="*/ 51 w 93"/>
                <a:gd name="T17" fmla="*/ 10 h 98"/>
                <a:gd name="T18" fmla="*/ 32 w 93"/>
                <a:gd name="T19" fmla="*/ 25 h 98"/>
                <a:gd name="T20" fmla="*/ 13 w 93"/>
                <a:gd name="T21" fmla="*/ 0 h 98"/>
                <a:gd name="T22" fmla="*/ 8 w 93"/>
                <a:gd name="T23" fmla="*/ 0 h 98"/>
                <a:gd name="T24" fmla="*/ 0 w 93"/>
                <a:gd name="T25" fmla="*/ 7 h 98"/>
                <a:gd name="T26" fmla="*/ 43 w 93"/>
                <a:gd name="T27" fmla="*/ 65 h 98"/>
                <a:gd name="T28" fmla="*/ 23 w 93"/>
                <a:gd name="T29" fmla="*/ 98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93" h="98">
                  <a:moveTo>
                    <a:pt x="23" y="98"/>
                  </a:moveTo>
                  <a:cubicBezTo>
                    <a:pt x="38" y="97"/>
                    <a:pt x="47" y="73"/>
                    <a:pt x="58" y="62"/>
                  </a:cubicBezTo>
                  <a:cubicBezTo>
                    <a:pt x="63" y="57"/>
                    <a:pt x="67" y="51"/>
                    <a:pt x="73" y="44"/>
                  </a:cubicBezTo>
                  <a:cubicBezTo>
                    <a:pt x="80" y="37"/>
                    <a:pt x="93" y="39"/>
                    <a:pt x="93" y="28"/>
                  </a:cubicBezTo>
                  <a:cubicBezTo>
                    <a:pt x="93" y="24"/>
                    <a:pt x="92" y="23"/>
                    <a:pt x="89" y="23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72" y="23"/>
                    <a:pt x="58" y="39"/>
                    <a:pt x="51" y="49"/>
                  </a:cubicBezTo>
                  <a:cubicBezTo>
                    <a:pt x="50" y="47"/>
                    <a:pt x="38" y="35"/>
                    <a:pt x="38" y="34"/>
                  </a:cubicBezTo>
                  <a:cubicBezTo>
                    <a:pt x="38" y="28"/>
                    <a:pt x="54" y="17"/>
                    <a:pt x="51" y="10"/>
                  </a:cubicBezTo>
                  <a:cubicBezTo>
                    <a:pt x="47" y="2"/>
                    <a:pt x="34" y="17"/>
                    <a:pt x="32" y="25"/>
                  </a:cubicBezTo>
                  <a:cubicBezTo>
                    <a:pt x="25" y="20"/>
                    <a:pt x="19" y="0"/>
                    <a:pt x="13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5" y="0"/>
                    <a:pt x="0" y="6"/>
                    <a:pt x="0" y="7"/>
                  </a:cubicBezTo>
                  <a:cubicBezTo>
                    <a:pt x="0" y="15"/>
                    <a:pt x="36" y="56"/>
                    <a:pt x="43" y="65"/>
                  </a:cubicBezTo>
                  <a:cubicBezTo>
                    <a:pt x="37" y="74"/>
                    <a:pt x="24" y="81"/>
                    <a:pt x="23" y="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4" name="ïšḻide">
              <a:extLst>
                <a:ext uri="{FF2B5EF4-FFF2-40B4-BE49-F238E27FC236}">
                  <a16:creationId xmlns:a16="http://schemas.microsoft.com/office/drawing/2014/main" id="{55336B17-7DB4-488B-A1B0-A9E200C58560}"/>
                </a:ext>
              </a:extLst>
            </p:cNvPr>
            <p:cNvSpPr/>
            <p:nvPr/>
          </p:nvSpPr>
          <p:spPr bwMode="auto">
            <a:xfrm>
              <a:off x="3387725" y="1871663"/>
              <a:ext cx="285750" cy="171450"/>
            </a:xfrm>
            <a:custGeom>
              <a:avLst/>
              <a:gdLst>
                <a:gd name="T0" fmla="*/ 6 w 87"/>
                <a:gd name="T1" fmla="*/ 18 h 52"/>
                <a:gd name="T2" fmla="*/ 7 w 87"/>
                <a:gd name="T3" fmla="*/ 18 h 52"/>
                <a:gd name="T4" fmla="*/ 21 w 87"/>
                <a:gd name="T5" fmla="*/ 10 h 52"/>
                <a:gd name="T6" fmla="*/ 49 w 87"/>
                <a:gd name="T7" fmla="*/ 25 h 52"/>
                <a:gd name="T8" fmla="*/ 77 w 87"/>
                <a:gd name="T9" fmla="*/ 41 h 52"/>
                <a:gd name="T10" fmla="*/ 66 w 87"/>
                <a:gd name="T11" fmla="*/ 42 h 52"/>
                <a:gd name="T12" fmla="*/ 80 w 87"/>
                <a:gd name="T13" fmla="*/ 52 h 52"/>
                <a:gd name="T14" fmla="*/ 87 w 87"/>
                <a:gd name="T15" fmla="*/ 46 h 52"/>
                <a:gd name="T16" fmla="*/ 25 w 87"/>
                <a:gd name="T17" fmla="*/ 9 h 52"/>
                <a:gd name="T18" fmla="*/ 31 w 87"/>
                <a:gd name="T19" fmla="*/ 2 h 52"/>
                <a:gd name="T20" fmla="*/ 26 w 87"/>
                <a:gd name="T21" fmla="*/ 0 h 52"/>
                <a:gd name="T22" fmla="*/ 23 w 87"/>
                <a:gd name="T23" fmla="*/ 0 h 52"/>
                <a:gd name="T24" fmla="*/ 0 w 87"/>
                <a:gd name="T25" fmla="*/ 12 h 52"/>
                <a:gd name="T26" fmla="*/ 6 w 87"/>
                <a:gd name="T27" fmla="*/ 18 h 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87" h="52">
                  <a:moveTo>
                    <a:pt x="6" y="18"/>
                  </a:moveTo>
                  <a:cubicBezTo>
                    <a:pt x="7" y="18"/>
                    <a:pt x="7" y="18"/>
                    <a:pt x="7" y="18"/>
                  </a:cubicBezTo>
                  <a:cubicBezTo>
                    <a:pt x="13" y="18"/>
                    <a:pt x="13" y="10"/>
                    <a:pt x="21" y="10"/>
                  </a:cubicBezTo>
                  <a:cubicBezTo>
                    <a:pt x="21" y="10"/>
                    <a:pt x="43" y="24"/>
                    <a:pt x="49" y="25"/>
                  </a:cubicBezTo>
                  <a:cubicBezTo>
                    <a:pt x="60" y="28"/>
                    <a:pt x="71" y="32"/>
                    <a:pt x="77" y="41"/>
                  </a:cubicBezTo>
                  <a:cubicBezTo>
                    <a:pt x="66" y="42"/>
                    <a:pt x="66" y="42"/>
                    <a:pt x="66" y="42"/>
                  </a:cubicBezTo>
                  <a:cubicBezTo>
                    <a:pt x="68" y="44"/>
                    <a:pt x="78" y="52"/>
                    <a:pt x="80" y="52"/>
                  </a:cubicBezTo>
                  <a:cubicBezTo>
                    <a:pt x="83" y="52"/>
                    <a:pt x="87" y="48"/>
                    <a:pt x="87" y="46"/>
                  </a:cubicBezTo>
                  <a:cubicBezTo>
                    <a:pt x="87" y="26"/>
                    <a:pt x="43" y="13"/>
                    <a:pt x="25" y="9"/>
                  </a:cubicBezTo>
                  <a:cubicBezTo>
                    <a:pt x="31" y="2"/>
                    <a:pt x="31" y="2"/>
                    <a:pt x="31" y="2"/>
                  </a:cubicBezTo>
                  <a:cubicBezTo>
                    <a:pt x="29" y="0"/>
                    <a:pt x="29" y="0"/>
                    <a:pt x="26" y="0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8" y="0"/>
                    <a:pt x="0" y="5"/>
                    <a:pt x="0" y="12"/>
                  </a:cubicBezTo>
                  <a:cubicBezTo>
                    <a:pt x="0" y="15"/>
                    <a:pt x="2" y="18"/>
                    <a:pt x="6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5" name="î$lïḋè">
              <a:extLst>
                <a:ext uri="{FF2B5EF4-FFF2-40B4-BE49-F238E27FC236}">
                  <a16:creationId xmlns:a16="http://schemas.microsoft.com/office/drawing/2014/main" id="{5B96C839-882D-4209-A928-EB230E22D096}"/>
                </a:ext>
              </a:extLst>
            </p:cNvPr>
            <p:cNvSpPr/>
            <p:nvPr/>
          </p:nvSpPr>
          <p:spPr bwMode="auto">
            <a:xfrm>
              <a:off x="3519488" y="1828800"/>
              <a:ext cx="92075" cy="76200"/>
            </a:xfrm>
            <a:custGeom>
              <a:avLst/>
              <a:gdLst>
                <a:gd name="T0" fmla="*/ 28 w 28"/>
                <a:gd name="T1" fmla="*/ 12 h 23"/>
                <a:gd name="T2" fmla="*/ 28 w 28"/>
                <a:gd name="T3" fmla="*/ 9 h 23"/>
                <a:gd name="T4" fmla="*/ 21 w 28"/>
                <a:gd name="T5" fmla="*/ 9 h 23"/>
                <a:gd name="T6" fmla="*/ 21 w 28"/>
                <a:gd name="T7" fmla="*/ 4 h 23"/>
                <a:gd name="T8" fmla="*/ 16 w 28"/>
                <a:gd name="T9" fmla="*/ 0 h 23"/>
                <a:gd name="T10" fmla="*/ 15 w 28"/>
                <a:gd name="T11" fmla="*/ 0 h 23"/>
                <a:gd name="T12" fmla="*/ 0 w 28"/>
                <a:gd name="T13" fmla="*/ 17 h 23"/>
                <a:gd name="T14" fmla="*/ 0 w 28"/>
                <a:gd name="T15" fmla="*/ 23 h 23"/>
                <a:gd name="T16" fmla="*/ 28 w 28"/>
                <a:gd name="T17" fmla="*/ 12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8" h="23">
                  <a:moveTo>
                    <a:pt x="28" y="12"/>
                  </a:moveTo>
                  <a:cubicBezTo>
                    <a:pt x="28" y="9"/>
                    <a:pt x="28" y="9"/>
                    <a:pt x="28" y="9"/>
                  </a:cubicBezTo>
                  <a:cubicBezTo>
                    <a:pt x="21" y="9"/>
                    <a:pt x="21" y="9"/>
                    <a:pt x="21" y="9"/>
                  </a:cubicBezTo>
                  <a:cubicBezTo>
                    <a:pt x="21" y="4"/>
                    <a:pt x="21" y="4"/>
                    <a:pt x="21" y="4"/>
                  </a:cubicBezTo>
                  <a:cubicBezTo>
                    <a:pt x="21" y="1"/>
                    <a:pt x="20" y="0"/>
                    <a:pt x="16" y="0"/>
                  </a:cubicBezTo>
                  <a:cubicBezTo>
                    <a:pt x="15" y="0"/>
                    <a:pt x="15" y="0"/>
                    <a:pt x="15" y="0"/>
                  </a:cubicBezTo>
                  <a:cubicBezTo>
                    <a:pt x="9" y="0"/>
                    <a:pt x="0" y="11"/>
                    <a:pt x="0" y="17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8" y="23"/>
                    <a:pt x="9" y="12"/>
                    <a:pt x="2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  <p:sp>
          <p:nvSpPr>
            <p:cNvPr id="36" name="isḻïḑê">
              <a:extLst>
                <a:ext uri="{FF2B5EF4-FFF2-40B4-BE49-F238E27FC236}">
                  <a16:creationId xmlns:a16="http://schemas.microsoft.com/office/drawing/2014/main" id="{E0C9A726-72FE-413B-9B31-DA2BBBC1AE4D}"/>
                </a:ext>
              </a:extLst>
            </p:cNvPr>
            <p:cNvSpPr/>
            <p:nvPr/>
          </p:nvSpPr>
          <p:spPr bwMode="auto">
            <a:xfrm>
              <a:off x="2741613" y="1498600"/>
              <a:ext cx="273050" cy="373063"/>
            </a:xfrm>
            <a:custGeom>
              <a:avLst/>
              <a:gdLst>
                <a:gd name="T0" fmla="*/ 46 w 83"/>
                <a:gd name="T1" fmla="*/ 68 h 113"/>
                <a:gd name="T2" fmla="*/ 83 w 83"/>
                <a:gd name="T3" fmla="*/ 113 h 113"/>
                <a:gd name="T4" fmla="*/ 65 w 83"/>
                <a:gd name="T5" fmla="*/ 88 h 113"/>
                <a:gd name="T6" fmla="*/ 50 w 83"/>
                <a:gd name="T7" fmla="*/ 58 h 113"/>
                <a:gd name="T8" fmla="*/ 61 w 83"/>
                <a:gd name="T9" fmla="*/ 49 h 113"/>
                <a:gd name="T10" fmla="*/ 62 w 83"/>
                <a:gd name="T11" fmla="*/ 49 h 113"/>
                <a:gd name="T12" fmla="*/ 74 w 83"/>
                <a:gd name="T13" fmla="*/ 51 h 113"/>
                <a:gd name="T14" fmla="*/ 80 w 83"/>
                <a:gd name="T15" fmla="*/ 45 h 113"/>
                <a:gd name="T16" fmla="*/ 74 w 83"/>
                <a:gd name="T17" fmla="*/ 37 h 113"/>
                <a:gd name="T18" fmla="*/ 62 w 83"/>
                <a:gd name="T19" fmla="*/ 39 h 113"/>
                <a:gd name="T20" fmla="*/ 71 w 83"/>
                <a:gd name="T21" fmla="*/ 12 h 113"/>
                <a:gd name="T22" fmla="*/ 71 w 83"/>
                <a:gd name="T23" fmla="*/ 8 h 113"/>
                <a:gd name="T24" fmla="*/ 65 w 83"/>
                <a:gd name="T25" fmla="*/ 0 h 113"/>
                <a:gd name="T26" fmla="*/ 61 w 83"/>
                <a:gd name="T27" fmla="*/ 3 h 113"/>
                <a:gd name="T28" fmla="*/ 53 w 83"/>
                <a:gd name="T29" fmla="*/ 31 h 113"/>
                <a:gd name="T30" fmla="*/ 39 w 83"/>
                <a:gd name="T31" fmla="*/ 41 h 113"/>
                <a:gd name="T32" fmla="*/ 18 w 83"/>
                <a:gd name="T33" fmla="*/ 45 h 113"/>
                <a:gd name="T34" fmla="*/ 24 w 83"/>
                <a:gd name="T35" fmla="*/ 51 h 113"/>
                <a:gd name="T36" fmla="*/ 44 w 83"/>
                <a:gd name="T37" fmla="*/ 51 h 113"/>
                <a:gd name="T38" fmla="*/ 0 w 83"/>
                <a:gd name="T39" fmla="*/ 94 h 113"/>
                <a:gd name="T40" fmla="*/ 46 w 83"/>
                <a:gd name="T41" fmla="*/ 68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83" h="113">
                  <a:moveTo>
                    <a:pt x="46" y="68"/>
                  </a:moveTo>
                  <a:cubicBezTo>
                    <a:pt x="46" y="88"/>
                    <a:pt x="61" y="113"/>
                    <a:pt x="83" y="113"/>
                  </a:cubicBezTo>
                  <a:cubicBezTo>
                    <a:pt x="82" y="108"/>
                    <a:pt x="69" y="93"/>
                    <a:pt x="65" y="88"/>
                  </a:cubicBezTo>
                  <a:cubicBezTo>
                    <a:pt x="59" y="80"/>
                    <a:pt x="56" y="67"/>
                    <a:pt x="50" y="58"/>
                  </a:cubicBezTo>
                  <a:cubicBezTo>
                    <a:pt x="52" y="55"/>
                    <a:pt x="57" y="49"/>
                    <a:pt x="61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74" y="51"/>
                    <a:pt x="74" y="51"/>
                    <a:pt x="74" y="51"/>
                  </a:cubicBezTo>
                  <a:cubicBezTo>
                    <a:pt x="76" y="50"/>
                    <a:pt x="80" y="47"/>
                    <a:pt x="80" y="45"/>
                  </a:cubicBezTo>
                  <a:cubicBezTo>
                    <a:pt x="80" y="41"/>
                    <a:pt x="77" y="39"/>
                    <a:pt x="74" y="37"/>
                  </a:cubicBezTo>
                  <a:cubicBezTo>
                    <a:pt x="62" y="39"/>
                    <a:pt x="62" y="39"/>
                    <a:pt x="62" y="39"/>
                  </a:cubicBezTo>
                  <a:cubicBezTo>
                    <a:pt x="63" y="29"/>
                    <a:pt x="71" y="18"/>
                    <a:pt x="71" y="12"/>
                  </a:cubicBezTo>
                  <a:cubicBezTo>
                    <a:pt x="71" y="8"/>
                    <a:pt x="71" y="8"/>
                    <a:pt x="71" y="8"/>
                  </a:cubicBezTo>
                  <a:cubicBezTo>
                    <a:pt x="71" y="5"/>
                    <a:pt x="67" y="0"/>
                    <a:pt x="65" y="0"/>
                  </a:cubicBezTo>
                  <a:cubicBezTo>
                    <a:pt x="63" y="0"/>
                    <a:pt x="61" y="1"/>
                    <a:pt x="61" y="3"/>
                  </a:cubicBezTo>
                  <a:cubicBezTo>
                    <a:pt x="61" y="18"/>
                    <a:pt x="65" y="24"/>
                    <a:pt x="53" y="31"/>
                  </a:cubicBezTo>
                  <a:cubicBezTo>
                    <a:pt x="53" y="45"/>
                    <a:pt x="51" y="39"/>
                    <a:pt x="39" y="41"/>
                  </a:cubicBezTo>
                  <a:cubicBezTo>
                    <a:pt x="36" y="41"/>
                    <a:pt x="18" y="41"/>
                    <a:pt x="18" y="45"/>
                  </a:cubicBezTo>
                  <a:cubicBezTo>
                    <a:pt x="18" y="48"/>
                    <a:pt x="20" y="51"/>
                    <a:pt x="24" y="51"/>
                  </a:cubicBezTo>
                  <a:cubicBezTo>
                    <a:pt x="44" y="51"/>
                    <a:pt x="44" y="51"/>
                    <a:pt x="44" y="51"/>
                  </a:cubicBezTo>
                  <a:cubicBezTo>
                    <a:pt x="39" y="70"/>
                    <a:pt x="5" y="86"/>
                    <a:pt x="0" y="94"/>
                  </a:cubicBezTo>
                  <a:cubicBezTo>
                    <a:pt x="32" y="94"/>
                    <a:pt x="31" y="72"/>
                    <a:pt x="46" y="6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>
                <a:solidFill>
                  <a:srgbClr val="F5C87C"/>
                </a:solidFill>
                <a:ea typeface="微软雅黑" panose="020B0502040204020203" charset="-122"/>
                <a:cs typeface="微软雅黑" panose="020B0502040204020203" charset="-122"/>
              </a:endParaRPr>
            </a:p>
          </p:txBody>
        </p:sp>
      </p:grp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53B18814-7981-4837-B794-026FA016F870}"/>
              </a:ext>
            </a:extLst>
          </p:cNvPr>
          <p:cNvCxnSpPr/>
          <p:nvPr userDrawn="1"/>
        </p:nvCxnSpPr>
        <p:spPr>
          <a:xfrm flipV="1">
            <a:off x="948054" y="384810"/>
            <a:ext cx="0" cy="484505"/>
          </a:xfrm>
          <a:prstGeom prst="line">
            <a:avLst/>
          </a:prstGeom>
          <a:ln w="28575">
            <a:solidFill>
              <a:srgbClr val="93191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15">
            <a:extLst>
              <a:ext uri="{FF2B5EF4-FFF2-40B4-BE49-F238E27FC236}">
                <a16:creationId xmlns:a16="http://schemas.microsoft.com/office/drawing/2014/main" id="{6A0235E0-01CB-4C6A-8A7E-5B45E9B5E2B4}"/>
              </a:ext>
            </a:extLst>
          </p:cNvPr>
          <p:cNvCxnSpPr>
            <a:cxnSpLocks/>
          </p:cNvCxnSpPr>
          <p:nvPr userDrawn="1"/>
        </p:nvCxnSpPr>
        <p:spPr>
          <a:xfrm>
            <a:off x="326389" y="979487"/>
            <a:ext cx="11687811" cy="12475"/>
          </a:xfrm>
          <a:prstGeom prst="line">
            <a:avLst/>
          </a:prstGeom>
          <a:ln w="57150">
            <a:gradFill flip="none" rotWithShape="1">
              <a:gsLst>
                <a:gs pos="0">
                  <a:srgbClr val="400080"/>
                </a:gs>
                <a:gs pos="100000">
                  <a:srgbClr val="FFFFFF"/>
                </a:gs>
                <a:gs pos="28000">
                  <a:srgbClr val="800080"/>
                </a:gs>
                <a:gs pos="68000">
                  <a:srgbClr val="FF0000"/>
                </a:gs>
              </a:gsLst>
              <a:lin ang="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标题 8">
            <a:extLst>
              <a:ext uri="{FF2B5EF4-FFF2-40B4-BE49-F238E27FC236}">
                <a16:creationId xmlns:a16="http://schemas.microsoft.com/office/drawing/2014/main" id="{73AE0C54-C8A1-43A7-B417-B1C175BAD090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969849" y="286362"/>
            <a:ext cx="10969200" cy="705600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defRPr lang="zh-CN" altLang="en-US" sz="3200" b="1" kern="1200" dirty="0">
                <a:ln w="38100">
                  <a:noFill/>
                </a:ln>
                <a:solidFill>
                  <a:srgbClr val="931919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44" name="内容占位符 2">
            <a:extLst>
              <a:ext uri="{FF2B5EF4-FFF2-40B4-BE49-F238E27FC236}">
                <a16:creationId xmlns:a16="http://schemas.microsoft.com/office/drawing/2014/main" id="{706FB632-B6E4-45F0-AD4D-00A73F82FCE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26389" y="1303435"/>
            <a:ext cx="11612660" cy="5268161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0"/>
              </a:spcAft>
              <a:buNone/>
              <a:defRPr sz="2400" b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 sz="2400"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 sz="16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78842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任意多边形: 形状 10"/>
          <p:cNvSpPr/>
          <p:nvPr userDrawn="1">
            <p:custDataLst>
              <p:tags r:id="rId1"/>
            </p:custDataLst>
          </p:nvPr>
        </p:nvSpPr>
        <p:spPr>
          <a:xfrm>
            <a:off x="0" y="0"/>
            <a:ext cx="1003057" cy="578812"/>
          </a:xfrm>
          <a:custGeom>
            <a:avLst/>
            <a:gdLst>
              <a:gd name="connsiteX0" fmla="*/ 0 w 752293"/>
              <a:gd name="connsiteY0" fmla="*/ 0 h 434109"/>
              <a:gd name="connsiteX1" fmla="*/ 752293 w 752293"/>
              <a:gd name="connsiteY1" fmla="*/ 0 h 434109"/>
              <a:gd name="connsiteX2" fmla="*/ 595245 w 752293"/>
              <a:gd name="connsiteY2" fmla="*/ 434109 h 434109"/>
              <a:gd name="connsiteX3" fmla="*/ 0 w 752293"/>
              <a:gd name="connsiteY3" fmla="*/ 434109 h 43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293" h="434109">
                <a:moveTo>
                  <a:pt x="0" y="0"/>
                </a:moveTo>
                <a:lnTo>
                  <a:pt x="752293" y="0"/>
                </a:lnTo>
                <a:lnTo>
                  <a:pt x="595245" y="434109"/>
                </a:lnTo>
                <a:lnTo>
                  <a:pt x="0" y="4341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  <p:sp>
        <p:nvSpPr>
          <p:cNvPr id="9" name="任意多边形: 形状 8"/>
          <p:cNvSpPr/>
          <p:nvPr userDrawn="1">
            <p:custDataLst>
              <p:tags r:id="rId2"/>
            </p:custDataLst>
          </p:nvPr>
        </p:nvSpPr>
        <p:spPr>
          <a:xfrm>
            <a:off x="308144" y="0"/>
            <a:ext cx="719197" cy="578812"/>
          </a:xfrm>
          <a:custGeom>
            <a:avLst/>
            <a:gdLst>
              <a:gd name="connsiteX0" fmla="*/ 166503 w 539398"/>
              <a:gd name="connsiteY0" fmla="*/ 0 h 434109"/>
              <a:gd name="connsiteX1" fmla="*/ 539398 w 539398"/>
              <a:gd name="connsiteY1" fmla="*/ 0 h 434109"/>
              <a:gd name="connsiteX2" fmla="*/ 372895 w 539398"/>
              <a:gd name="connsiteY2" fmla="*/ 434109 h 434109"/>
              <a:gd name="connsiteX3" fmla="*/ 0 w 539398"/>
              <a:gd name="connsiteY3" fmla="*/ 434109 h 43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8" h="434109">
                <a:moveTo>
                  <a:pt x="166503" y="0"/>
                </a:moveTo>
                <a:lnTo>
                  <a:pt x="539398" y="0"/>
                </a:lnTo>
                <a:lnTo>
                  <a:pt x="372895" y="434109"/>
                </a:lnTo>
                <a:lnTo>
                  <a:pt x="0" y="434109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图片占位符 2"/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107576" y="1158031"/>
            <a:ext cx="3884705" cy="219505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图片占位符 2"/>
          <p:cNvSpPr>
            <a:spLocks noGrp="1"/>
          </p:cNvSpPr>
          <p:nvPr>
            <p:ph type="pic" sz="quarter" idx="11"/>
            <p:custDataLst>
              <p:tags r:id="rId2"/>
            </p:custDataLst>
          </p:nvPr>
        </p:nvSpPr>
        <p:spPr>
          <a:xfrm>
            <a:off x="4126752" y="1158031"/>
            <a:ext cx="3884705" cy="219505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图片占位符 2"/>
          <p:cNvSpPr>
            <a:spLocks noGrp="1"/>
          </p:cNvSpPr>
          <p:nvPr>
            <p:ph type="pic" sz="quarter" idx="12"/>
            <p:custDataLst>
              <p:tags r:id="rId3"/>
            </p:custDataLst>
          </p:nvPr>
        </p:nvSpPr>
        <p:spPr>
          <a:xfrm>
            <a:off x="8145928" y="1158031"/>
            <a:ext cx="3884705" cy="2195059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任意多边形: 形状 6"/>
          <p:cNvSpPr/>
          <p:nvPr userDrawn="1">
            <p:custDataLst>
              <p:tags r:id="rId4"/>
            </p:custDataLst>
          </p:nvPr>
        </p:nvSpPr>
        <p:spPr>
          <a:xfrm>
            <a:off x="0" y="0"/>
            <a:ext cx="1003057" cy="578812"/>
          </a:xfrm>
          <a:custGeom>
            <a:avLst/>
            <a:gdLst>
              <a:gd name="connsiteX0" fmla="*/ 0 w 752293"/>
              <a:gd name="connsiteY0" fmla="*/ 0 h 434109"/>
              <a:gd name="connsiteX1" fmla="*/ 752293 w 752293"/>
              <a:gd name="connsiteY1" fmla="*/ 0 h 434109"/>
              <a:gd name="connsiteX2" fmla="*/ 595245 w 752293"/>
              <a:gd name="connsiteY2" fmla="*/ 434109 h 434109"/>
              <a:gd name="connsiteX3" fmla="*/ 0 w 752293"/>
              <a:gd name="connsiteY3" fmla="*/ 434109 h 43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293" h="434109">
                <a:moveTo>
                  <a:pt x="0" y="0"/>
                </a:moveTo>
                <a:lnTo>
                  <a:pt x="752293" y="0"/>
                </a:lnTo>
                <a:lnTo>
                  <a:pt x="595245" y="434109"/>
                </a:lnTo>
                <a:lnTo>
                  <a:pt x="0" y="4341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  <p:sp>
        <p:nvSpPr>
          <p:cNvPr id="8" name="任意多边形: 形状 7"/>
          <p:cNvSpPr/>
          <p:nvPr userDrawn="1">
            <p:custDataLst>
              <p:tags r:id="rId5"/>
            </p:custDataLst>
          </p:nvPr>
        </p:nvSpPr>
        <p:spPr>
          <a:xfrm>
            <a:off x="308144" y="0"/>
            <a:ext cx="719197" cy="578812"/>
          </a:xfrm>
          <a:custGeom>
            <a:avLst/>
            <a:gdLst>
              <a:gd name="connsiteX0" fmla="*/ 166503 w 539398"/>
              <a:gd name="connsiteY0" fmla="*/ 0 h 434109"/>
              <a:gd name="connsiteX1" fmla="*/ 539398 w 539398"/>
              <a:gd name="connsiteY1" fmla="*/ 0 h 434109"/>
              <a:gd name="connsiteX2" fmla="*/ 372895 w 539398"/>
              <a:gd name="connsiteY2" fmla="*/ 434109 h 434109"/>
              <a:gd name="connsiteX3" fmla="*/ 0 w 539398"/>
              <a:gd name="connsiteY3" fmla="*/ 434109 h 43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8" h="434109">
                <a:moveTo>
                  <a:pt x="166503" y="0"/>
                </a:moveTo>
                <a:lnTo>
                  <a:pt x="539398" y="0"/>
                </a:lnTo>
                <a:lnTo>
                  <a:pt x="372895" y="434109"/>
                </a:lnTo>
                <a:lnTo>
                  <a:pt x="0" y="434109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sz="quarter" idx="10"/>
            <p:custDataLst>
              <p:tags r:id="rId1"/>
            </p:custDataLst>
          </p:nvPr>
        </p:nvSpPr>
        <p:spPr>
          <a:xfrm>
            <a:off x="0" y="1146077"/>
            <a:ext cx="12192000" cy="3373967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任意多边形: 形状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003057" cy="578812"/>
          </a:xfrm>
          <a:custGeom>
            <a:avLst/>
            <a:gdLst>
              <a:gd name="connsiteX0" fmla="*/ 0 w 752293"/>
              <a:gd name="connsiteY0" fmla="*/ 0 h 434109"/>
              <a:gd name="connsiteX1" fmla="*/ 752293 w 752293"/>
              <a:gd name="connsiteY1" fmla="*/ 0 h 434109"/>
              <a:gd name="connsiteX2" fmla="*/ 595245 w 752293"/>
              <a:gd name="connsiteY2" fmla="*/ 434109 h 434109"/>
              <a:gd name="connsiteX3" fmla="*/ 0 w 752293"/>
              <a:gd name="connsiteY3" fmla="*/ 434109 h 43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52293" h="434109">
                <a:moveTo>
                  <a:pt x="0" y="0"/>
                </a:moveTo>
                <a:lnTo>
                  <a:pt x="752293" y="0"/>
                </a:lnTo>
                <a:lnTo>
                  <a:pt x="595245" y="434109"/>
                </a:lnTo>
                <a:lnTo>
                  <a:pt x="0" y="434109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355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  <p:sp>
        <p:nvSpPr>
          <p:cNvPr id="6" name="任意多边形: 形状 5"/>
          <p:cNvSpPr/>
          <p:nvPr userDrawn="1">
            <p:custDataLst>
              <p:tags r:id="rId3"/>
            </p:custDataLst>
          </p:nvPr>
        </p:nvSpPr>
        <p:spPr>
          <a:xfrm>
            <a:off x="308144" y="0"/>
            <a:ext cx="719197" cy="578812"/>
          </a:xfrm>
          <a:custGeom>
            <a:avLst/>
            <a:gdLst>
              <a:gd name="connsiteX0" fmla="*/ 166503 w 539398"/>
              <a:gd name="connsiteY0" fmla="*/ 0 h 434109"/>
              <a:gd name="connsiteX1" fmla="*/ 539398 w 539398"/>
              <a:gd name="connsiteY1" fmla="*/ 0 h 434109"/>
              <a:gd name="connsiteX2" fmla="*/ 372895 w 539398"/>
              <a:gd name="connsiteY2" fmla="*/ 434109 h 434109"/>
              <a:gd name="connsiteX3" fmla="*/ 0 w 539398"/>
              <a:gd name="connsiteY3" fmla="*/ 434109 h 434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9398" h="434109">
                <a:moveTo>
                  <a:pt x="166503" y="0"/>
                </a:moveTo>
                <a:lnTo>
                  <a:pt x="539398" y="0"/>
                </a:lnTo>
                <a:lnTo>
                  <a:pt x="372895" y="434109"/>
                </a:lnTo>
                <a:lnTo>
                  <a:pt x="0" y="434109"/>
                </a:lnTo>
                <a:close/>
              </a:path>
            </a:pathLst>
          </a:custGeom>
          <a:gradFill flip="none" rotWithShape="1">
            <a:gsLst>
              <a:gs pos="0">
                <a:schemeClr val="bg1">
                  <a:alpha val="25000"/>
                </a:schemeClr>
              </a:gs>
              <a:gs pos="100000">
                <a:schemeClr val="accent1">
                  <a:lumMod val="60000"/>
                  <a:lumOff val="40000"/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 panose="020B0502040204020203" charset="-122"/>
              <a:ea typeface="微软雅黑 Light" panose="020B0502040204020203" charset="-122"/>
              <a:cs typeface="微软雅黑" panose="020B0502040204020203" charset="-122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  <p:custDataLst>
              <p:tags r:id="rId2"/>
            </p:custDataLst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  <p:custDataLst>
              <p:tags r:id="rId1"/>
            </p:custDataLst>
          </p:nvPr>
        </p:nvSpPr>
        <p:spPr>
          <a:xfrm>
            <a:off x="8724900" y="365125"/>
            <a:ext cx="2628900" cy="581183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2"/>
            </p:custDataLst>
          </p:nvPr>
        </p:nvSpPr>
        <p:spPr>
          <a:xfrm>
            <a:off x="838200" y="365125"/>
            <a:ext cx="7734300" cy="581183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tags" Target="../tags/tag6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5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3.xml"/><Relationship Id="rId10" Type="http://schemas.openxmlformats.org/officeDocument/2006/relationships/slideLayout" Target="../slideLayouts/slideLayout10.xml"/><Relationship Id="rId19" Type="http://schemas.openxmlformats.org/officeDocument/2006/relationships/tags" Target="../tags/tag7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41.xml"/><Relationship Id="rId18" Type="http://schemas.openxmlformats.org/officeDocument/2006/relationships/tags" Target="../tags/tag65.xml"/><Relationship Id="rId3" Type="http://schemas.openxmlformats.org/officeDocument/2006/relationships/slideLayout" Target="../slideLayouts/slideLayout31.xml"/><Relationship Id="rId7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40.xml"/><Relationship Id="rId17" Type="http://schemas.openxmlformats.org/officeDocument/2006/relationships/tags" Target="../tags/tag64.xml"/><Relationship Id="rId2" Type="http://schemas.openxmlformats.org/officeDocument/2006/relationships/slideLayout" Target="../slideLayouts/slideLayout30.xml"/><Relationship Id="rId16" Type="http://schemas.openxmlformats.org/officeDocument/2006/relationships/tags" Target="../tags/tag63.xml"/><Relationship Id="rId20" Type="http://schemas.openxmlformats.org/officeDocument/2006/relationships/tags" Target="../tags/tag67.xml"/><Relationship Id="rId1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3.xml"/><Relationship Id="rId15" Type="http://schemas.openxmlformats.org/officeDocument/2006/relationships/theme" Target="../theme/theme4.xml"/><Relationship Id="rId10" Type="http://schemas.openxmlformats.org/officeDocument/2006/relationships/slideLayout" Target="../slideLayouts/slideLayout38.xml"/><Relationship Id="rId19" Type="http://schemas.openxmlformats.org/officeDocument/2006/relationships/tags" Target="../tags/tag66.xml"/><Relationship Id="rId4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2040204020203" charset="-122"/>
                <a:cs typeface="微软雅黑" panose="020B0502040204020203" charset="-122"/>
              </a:defRPr>
            </a:lvl1pPr>
          </a:lstStyle>
          <a:p>
            <a:fld id="{760FBDFE-C587-4B4C-A407-44438C67B59E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微软雅黑" panose="020B0502040204020203" charset="-122"/>
                <a:cs typeface="微软雅黑" panose="020B0502040204020203" charset="-122"/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  <p:custDataLst>
      <p:tags r:id="rId14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  <p:sldLayoutId id="2147483704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微软雅黑" panose="020B0502040204020203" charset="-122"/>
          <a:ea typeface="+mj-ea"/>
          <a:cs typeface="微软雅黑" panose="020B0502040204020203" charset="-122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7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2040204020203" charset="-122"/>
          <a:ea typeface="+mn-ea"/>
          <a:cs typeface="微软雅黑" panose="020B0502040204020203" charset="-122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2040204020203" charset="-122"/>
          <a:ea typeface="+mn-ea"/>
          <a:cs typeface="微软雅黑" panose="020B0502040204020203" charset="-122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7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2040204020203" charset="-122"/>
          <a:ea typeface="+mn-ea"/>
          <a:cs typeface="微软雅黑" panose="020B0502040204020203" charset="-122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2040204020203" charset="-122"/>
          <a:ea typeface="+mn-ea"/>
          <a:cs typeface="微软雅黑" panose="020B0502040204020203" charset="-122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7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微软雅黑" panose="020B0502040204020203" charset="-122"/>
          <a:ea typeface="+mn-ea"/>
          <a:cs typeface="微软雅黑" panose="020B0502040204020203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 dirty="0"/>
              <a:t>单击此处编辑母版文本样式</a:t>
            </a:r>
          </a:p>
          <a:p>
            <a:pPr lvl="1"/>
            <a:r>
              <a:rPr kumimoji="1" lang="zh-CN" altLang="en-US" dirty="0"/>
              <a:t>二级</a:t>
            </a:r>
          </a:p>
          <a:p>
            <a:pPr lvl="2"/>
            <a:r>
              <a:rPr kumimoji="1" lang="zh-CN" altLang="en-US" dirty="0"/>
              <a:t>三级</a:t>
            </a:r>
          </a:p>
          <a:p>
            <a:pPr lvl="3"/>
            <a:r>
              <a:rPr kumimoji="1" lang="zh-CN" altLang="en-US" dirty="0"/>
              <a:t>四级</a:t>
            </a:r>
          </a:p>
          <a:p>
            <a:pPr lvl="4"/>
            <a:r>
              <a:rPr kumimoji="1"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fld id="{0FCEC779-974F-3748-A75A-F5A82ED3DB1B}" type="datetime1">
              <a:rPr kumimoji="1" lang="zh-CN" altLang="en-US" smtClean="0"/>
              <a:t>2025/11/19</a:t>
            </a:fld>
            <a:endParaRPr kumimoji="1"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endParaRPr kumimoji="1"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>
                    <a:tint val="75000"/>
                  </a:schemeClr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defRPr>
            </a:lvl1pPr>
          </a:lstStyle>
          <a:p>
            <a:fld id="{B82FE9E3-5BCF-1E40-A6F4-2DE570F75BD3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0" i="0" kern="1200">
          <a:solidFill>
            <a:schemeClr val="tx1"/>
          </a:solidFill>
          <a:latin typeface="微软雅黑" panose="020B0502040204020203" charset="-122"/>
          <a:ea typeface="微软雅黑" panose="020B0502040204020203" charset="-122"/>
          <a:cs typeface="微软雅黑" panose="020B0502040204020203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b="0" i="0" kern="1200">
          <a:solidFill>
            <a:schemeClr val="tx1"/>
          </a:solidFill>
          <a:latin typeface="微软雅黑" panose="020B0502040204020203" charset="-122"/>
          <a:ea typeface="微软雅黑" panose="020B0502040204020203" charset="-122"/>
          <a:cs typeface="微软雅黑" panose="020B0502040204020203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b="0" i="0" kern="1200">
          <a:solidFill>
            <a:schemeClr val="tx1"/>
          </a:solidFill>
          <a:latin typeface="微软雅黑" panose="020B0502040204020203" charset="-122"/>
          <a:ea typeface="微软雅黑" panose="020B0502040204020203" charset="-122"/>
          <a:cs typeface="微软雅黑" panose="020B0502040204020203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b="0" i="0" kern="1200">
          <a:solidFill>
            <a:schemeClr val="tx1"/>
          </a:solidFill>
          <a:latin typeface="微软雅黑" panose="020B0502040204020203" charset="-122"/>
          <a:ea typeface="微软雅黑" panose="020B0502040204020203" charset="-122"/>
          <a:cs typeface="微软雅黑" panose="020B0502040204020203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b="0" i="0" kern="1200">
          <a:solidFill>
            <a:schemeClr val="tx1"/>
          </a:solidFill>
          <a:latin typeface="微软雅黑" panose="020B0502040204020203" charset="-122"/>
          <a:ea typeface="微软雅黑" panose="020B0502040204020203" charset="-122"/>
          <a:cs typeface="微软雅黑" panose="020B0502040204020203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b="0" i="0" kern="1200">
          <a:solidFill>
            <a:schemeClr val="tx1"/>
          </a:solidFill>
          <a:latin typeface="微软雅黑" panose="020B0502040204020203" charset="-122"/>
          <a:ea typeface="微软雅黑" panose="020B0502040204020203" charset="-122"/>
          <a:cs typeface="微软雅黑" panose="020B0502040204020203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fld id="{201C628C-4D1D-4E5F-8875-B716F0D0EF92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ea typeface="微软雅黑 Light" panose="020B0502040204020203" charset="-122"/>
                <a:cs typeface="微软雅黑" panose="020B0502040204020203" charset="-122"/>
              </a:defRPr>
            </a:lvl1pPr>
          </a:lstStyle>
          <a:p>
            <a:fld id="{FAE745EA-2A94-49FA-89D8-153850B0D5B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  <p:sldLayoutId id="2147483670" r:id="rId5"/>
    <p:sldLayoutId id="2147483671" r:id="rId6"/>
    <p:sldLayoutId id="2147483672" r:id="rId7"/>
    <p:sldLayoutId id="2147483673" r:id="rId8"/>
    <p:sldLayoutId id="2147483674" r:id="rId9"/>
    <p:sldLayoutId id="2147483675" r:id="rId10"/>
    <p:sldLayoutId id="2147483676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微软雅黑" panose="020B0502040204020203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微软雅黑" panose="020B0502040204020203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微软雅黑" panose="020B0502040204020203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微软雅黑" panose="020B0502040204020203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微软雅黑" panose="020B0502040204020203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微软雅黑 Light" panose="020B0502040204020203" charset="-122"/>
          <a:ea typeface="微软雅黑 Light" panose="020B0502040204020203" charset="-122"/>
          <a:cs typeface="微软雅黑" panose="020B0502040204020203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6"/>
            </p:custDataLst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7"/>
            </p:custDataLst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8"/>
            </p:custDataLst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cs typeface="微软雅黑" panose="020B0502040204020203" charset="-122"/>
              </a:defRPr>
            </a:lvl1pPr>
          </a:lstStyle>
          <a:p>
            <a:fld id="{1A2542D6-DF36-4FFF-9449-A8CBB500CC37}" type="datetimeFigureOut">
              <a:rPr lang="zh-CN" altLang="en-US" smtClean="0"/>
              <a:t>2025/11/19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9"/>
            </p:custDataLst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cs typeface="微软雅黑" panose="020B0502040204020203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20"/>
            </p:custDataLst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微软雅黑 Light" panose="020B0502040204020203" charset="-122"/>
                <a:cs typeface="微软雅黑" panose="020B0502040204020203" charset="-122"/>
              </a:defRPr>
            </a:lvl1pPr>
          </a:lstStyle>
          <a:p>
            <a:fld id="{EF57DBD1-4D0D-4464-B15A-849967CA57E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  <p:sldLayoutId id="2147483691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 Light" panose="020B0502040204020203" charset="-122"/>
          <a:ea typeface="+mj-ea"/>
          <a:cs typeface="微软雅黑" panose="020B0502040204020203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704020202090204" pitchFamily="34" charset="0"/>
        <a:buChar char="•"/>
        <a:defRPr sz="2800" kern="1200">
          <a:solidFill>
            <a:schemeClr val="tx1"/>
          </a:solidFill>
          <a:latin typeface="微软雅黑 Light" panose="020B0502040204020203" charset="-122"/>
          <a:ea typeface="+mn-ea"/>
          <a:cs typeface="微软雅黑" panose="020B0502040204020203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400" kern="1200">
          <a:solidFill>
            <a:schemeClr val="tx1"/>
          </a:solidFill>
          <a:latin typeface="微软雅黑 Light" panose="020B0502040204020203" charset="-122"/>
          <a:ea typeface="+mn-ea"/>
          <a:cs typeface="微软雅黑" panose="020B0502040204020203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2000" kern="1200">
          <a:solidFill>
            <a:schemeClr val="tx1"/>
          </a:solidFill>
          <a:latin typeface="微软雅黑 Light" panose="020B0502040204020203" charset="-122"/>
          <a:ea typeface="+mn-ea"/>
          <a:cs typeface="微软雅黑" panose="020B0502040204020203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微软雅黑 Light" panose="020B0502040204020203" charset="-122"/>
          <a:ea typeface="+mn-ea"/>
          <a:cs typeface="微软雅黑" panose="020B0502040204020203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微软雅黑 Light" panose="020B0502040204020203" charset="-122"/>
          <a:ea typeface="+mn-ea"/>
          <a:cs typeface="微软雅黑" panose="020B0502040204020203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130.xml"/><Relationship Id="rId7" Type="http://schemas.openxmlformats.org/officeDocument/2006/relationships/image" Target="../media/image5.png"/><Relationship Id="rId2" Type="http://schemas.openxmlformats.org/officeDocument/2006/relationships/tags" Target="../tags/tag129.xml"/><Relationship Id="rId1" Type="http://schemas.openxmlformats.org/officeDocument/2006/relationships/tags" Target="../tags/tag128.xml"/><Relationship Id="rId6" Type="http://schemas.openxmlformats.org/officeDocument/2006/relationships/image" Target="../media/image4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32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5" Type="http://schemas.openxmlformats.org/officeDocument/2006/relationships/image" Target="../media/image4.png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510x320cm喷绘"/>
          <p:cNvPicPr>
            <a:picLocks noChangeAspect="1"/>
          </p:cNvPicPr>
          <p:nvPr/>
        </p:nvPicPr>
        <p:blipFill>
          <a:blip r:embed="rId6" cstate="screen"/>
          <a:srcRect/>
          <a:stretch>
            <a:fillRect/>
          </a:stretch>
        </p:blipFill>
        <p:spPr>
          <a:xfrm>
            <a:off x="0" y="-6985"/>
            <a:ext cx="12192000" cy="6864985"/>
          </a:xfrm>
          <a:prstGeom prst="rect">
            <a:avLst/>
          </a:prstGeom>
          <a:noFill/>
        </p:spPr>
      </p:pic>
      <p:grpSp>
        <p:nvGrpSpPr>
          <p:cNvPr id="308" name="7b86b897-7041-40d4-b8ad-d7fb155c3b31" descr="e7d195523061f1c09e9d68d7cf438b91ef959ecb14fc25d26BBA7F7DBC18E55DFF4014AF651F0BF2569D4B6C1DA7F1A4683A481403BD872FC687266AD13265C1DE7C373772FD8728ABDD69ADD03BFF5BE2862BC891DBB79E53AA13E757B079DA899E2A0C20E5002822C5FA7B2EE790812A316669CFD356E124B231F98DD41C80491325DBDCA90ABC83DF12524A34AE88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46100" y="490855"/>
            <a:ext cx="1937385" cy="768985"/>
            <a:chOff x="3768308" y="2508637"/>
            <a:chExt cx="4655383" cy="1847076"/>
          </a:xfrm>
          <a:solidFill>
            <a:srgbClr val="FFE6D1"/>
          </a:solidFill>
        </p:grpSpPr>
        <p:grpSp>
          <p:nvGrpSpPr>
            <p:cNvPr id="309" name="iSḻïḋe"/>
            <p:cNvGrpSpPr/>
            <p:nvPr/>
          </p:nvGrpSpPr>
          <p:grpSpPr>
            <a:xfrm>
              <a:off x="5528397" y="3806230"/>
              <a:ext cx="2860508" cy="275467"/>
              <a:chOff x="4851400" y="4251325"/>
              <a:chExt cx="6264276" cy="603251"/>
            </a:xfrm>
            <a:grpFill/>
          </p:grpSpPr>
          <p:sp>
            <p:nvSpPr>
              <p:cNvPr id="352" name="ïšlïḑê"/>
              <p:cNvSpPr/>
              <p:nvPr/>
            </p:nvSpPr>
            <p:spPr bwMode="auto">
              <a:xfrm>
                <a:off x="4851400" y="4251325"/>
                <a:ext cx="365125" cy="474663"/>
              </a:xfrm>
              <a:custGeom>
                <a:avLst/>
                <a:gdLst>
                  <a:gd name="T0" fmla="*/ 87 w 111"/>
                  <a:gd name="T1" fmla="*/ 68 h 144"/>
                  <a:gd name="T2" fmla="*/ 56 w 111"/>
                  <a:gd name="T3" fmla="*/ 59 h 144"/>
                  <a:gd name="T4" fmla="*/ 28 w 111"/>
                  <a:gd name="T5" fmla="*/ 49 h 144"/>
                  <a:gd name="T6" fmla="*/ 23 w 111"/>
                  <a:gd name="T7" fmla="*/ 37 h 144"/>
                  <a:gd name="T8" fmla="*/ 31 w 111"/>
                  <a:gd name="T9" fmla="*/ 22 h 144"/>
                  <a:gd name="T10" fmla="*/ 55 w 111"/>
                  <a:gd name="T11" fmla="*/ 16 h 144"/>
                  <a:gd name="T12" fmla="*/ 80 w 111"/>
                  <a:gd name="T13" fmla="*/ 23 h 144"/>
                  <a:gd name="T14" fmla="*/ 89 w 111"/>
                  <a:gd name="T15" fmla="*/ 43 h 144"/>
                  <a:gd name="T16" fmla="*/ 107 w 111"/>
                  <a:gd name="T17" fmla="*/ 41 h 144"/>
                  <a:gd name="T18" fmla="*/ 100 w 111"/>
                  <a:gd name="T19" fmla="*/ 19 h 144"/>
                  <a:gd name="T20" fmla="*/ 82 w 111"/>
                  <a:gd name="T21" fmla="*/ 5 h 144"/>
                  <a:gd name="T22" fmla="*/ 54 w 111"/>
                  <a:gd name="T23" fmla="*/ 0 h 144"/>
                  <a:gd name="T24" fmla="*/ 29 w 111"/>
                  <a:gd name="T25" fmla="*/ 4 h 144"/>
                  <a:gd name="T26" fmla="*/ 11 w 111"/>
                  <a:gd name="T27" fmla="*/ 18 h 144"/>
                  <a:gd name="T28" fmla="*/ 5 w 111"/>
                  <a:gd name="T29" fmla="*/ 38 h 144"/>
                  <a:gd name="T30" fmla="*/ 10 w 111"/>
                  <a:gd name="T31" fmla="*/ 56 h 144"/>
                  <a:gd name="T32" fmla="*/ 25 w 111"/>
                  <a:gd name="T33" fmla="*/ 69 h 144"/>
                  <a:gd name="T34" fmla="*/ 52 w 111"/>
                  <a:gd name="T35" fmla="*/ 77 h 144"/>
                  <a:gd name="T36" fmla="*/ 77 w 111"/>
                  <a:gd name="T37" fmla="*/ 84 h 144"/>
                  <a:gd name="T38" fmla="*/ 89 w 111"/>
                  <a:gd name="T39" fmla="*/ 92 h 144"/>
                  <a:gd name="T40" fmla="*/ 93 w 111"/>
                  <a:gd name="T41" fmla="*/ 104 h 144"/>
                  <a:gd name="T42" fmla="*/ 89 w 111"/>
                  <a:gd name="T43" fmla="*/ 116 h 144"/>
                  <a:gd name="T44" fmla="*/ 77 w 111"/>
                  <a:gd name="T45" fmla="*/ 125 h 144"/>
                  <a:gd name="T46" fmla="*/ 59 w 111"/>
                  <a:gd name="T47" fmla="*/ 128 h 144"/>
                  <a:gd name="T48" fmla="*/ 37 w 111"/>
                  <a:gd name="T49" fmla="*/ 124 h 144"/>
                  <a:gd name="T50" fmla="*/ 23 w 111"/>
                  <a:gd name="T51" fmla="*/ 113 h 144"/>
                  <a:gd name="T52" fmla="*/ 17 w 111"/>
                  <a:gd name="T53" fmla="*/ 95 h 144"/>
                  <a:gd name="T54" fmla="*/ 0 w 111"/>
                  <a:gd name="T55" fmla="*/ 97 h 144"/>
                  <a:gd name="T56" fmla="*/ 8 w 111"/>
                  <a:gd name="T57" fmla="*/ 122 h 144"/>
                  <a:gd name="T58" fmla="*/ 28 w 111"/>
                  <a:gd name="T59" fmla="*/ 139 h 144"/>
                  <a:gd name="T60" fmla="*/ 59 w 111"/>
                  <a:gd name="T61" fmla="*/ 144 h 144"/>
                  <a:gd name="T62" fmla="*/ 86 w 111"/>
                  <a:gd name="T63" fmla="*/ 139 h 144"/>
                  <a:gd name="T64" fmla="*/ 105 w 111"/>
                  <a:gd name="T65" fmla="*/ 123 h 144"/>
                  <a:gd name="T66" fmla="*/ 111 w 111"/>
                  <a:gd name="T67" fmla="*/ 102 h 144"/>
                  <a:gd name="T68" fmla="*/ 105 w 111"/>
                  <a:gd name="T69" fmla="*/ 83 h 144"/>
                  <a:gd name="T70" fmla="*/ 87 w 111"/>
                  <a:gd name="T71" fmla="*/ 6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1" h="144">
                    <a:moveTo>
                      <a:pt x="87" y="68"/>
                    </a:moveTo>
                    <a:cubicBezTo>
                      <a:pt x="82" y="66"/>
                      <a:pt x="71" y="63"/>
                      <a:pt x="56" y="59"/>
                    </a:cubicBezTo>
                    <a:cubicBezTo>
                      <a:pt x="41" y="56"/>
                      <a:pt x="32" y="53"/>
                      <a:pt x="28" y="49"/>
                    </a:cubicBezTo>
                    <a:cubicBezTo>
                      <a:pt x="25" y="46"/>
                      <a:pt x="23" y="42"/>
                      <a:pt x="23" y="37"/>
                    </a:cubicBezTo>
                    <a:cubicBezTo>
                      <a:pt x="23" y="31"/>
                      <a:pt x="26" y="26"/>
                      <a:pt x="31" y="22"/>
                    </a:cubicBezTo>
                    <a:cubicBezTo>
                      <a:pt x="36" y="18"/>
                      <a:pt x="44" y="16"/>
                      <a:pt x="55" y="16"/>
                    </a:cubicBezTo>
                    <a:cubicBezTo>
                      <a:pt x="66" y="16"/>
                      <a:pt x="74" y="18"/>
                      <a:pt x="80" y="23"/>
                    </a:cubicBezTo>
                    <a:cubicBezTo>
                      <a:pt x="85" y="27"/>
                      <a:pt x="88" y="34"/>
                      <a:pt x="89" y="43"/>
                    </a:cubicBezTo>
                    <a:cubicBezTo>
                      <a:pt x="107" y="41"/>
                      <a:pt x="107" y="41"/>
                      <a:pt x="107" y="41"/>
                    </a:cubicBezTo>
                    <a:cubicBezTo>
                      <a:pt x="107" y="33"/>
                      <a:pt x="104" y="26"/>
                      <a:pt x="100" y="19"/>
                    </a:cubicBezTo>
                    <a:cubicBezTo>
                      <a:pt x="96" y="13"/>
                      <a:pt x="90" y="8"/>
                      <a:pt x="82" y="5"/>
                    </a:cubicBezTo>
                    <a:cubicBezTo>
                      <a:pt x="74" y="1"/>
                      <a:pt x="65" y="0"/>
                      <a:pt x="54" y="0"/>
                    </a:cubicBezTo>
                    <a:cubicBezTo>
                      <a:pt x="45" y="0"/>
                      <a:pt x="36" y="1"/>
                      <a:pt x="29" y="4"/>
                    </a:cubicBezTo>
                    <a:cubicBezTo>
                      <a:pt x="21" y="8"/>
                      <a:pt x="15" y="12"/>
                      <a:pt x="11" y="18"/>
                    </a:cubicBezTo>
                    <a:cubicBezTo>
                      <a:pt x="7" y="25"/>
                      <a:pt x="5" y="31"/>
                      <a:pt x="5" y="38"/>
                    </a:cubicBezTo>
                    <a:cubicBezTo>
                      <a:pt x="5" y="45"/>
                      <a:pt x="7" y="50"/>
                      <a:pt x="10" y="56"/>
                    </a:cubicBezTo>
                    <a:cubicBezTo>
                      <a:pt x="13" y="61"/>
                      <a:pt x="18" y="65"/>
                      <a:pt x="25" y="69"/>
                    </a:cubicBezTo>
                    <a:cubicBezTo>
                      <a:pt x="30" y="71"/>
                      <a:pt x="39" y="74"/>
                      <a:pt x="52" y="77"/>
                    </a:cubicBezTo>
                    <a:cubicBezTo>
                      <a:pt x="65" y="80"/>
                      <a:pt x="73" y="83"/>
                      <a:pt x="77" y="84"/>
                    </a:cubicBezTo>
                    <a:cubicBezTo>
                      <a:pt x="83" y="86"/>
                      <a:pt x="87" y="89"/>
                      <a:pt x="89" y="92"/>
                    </a:cubicBezTo>
                    <a:cubicBezTo>
                      <a:pt x="92" y="96"/>
                      <a:pt x="93" y="100"/>
                      <a:pt x="93" y="104"/>
                    </a:cubicBezTo>
                    <a:cubicBezTo>
                      <a:pt x="93" y="108"/>
                      <a:pt x="92" y="112"/>
                      <a:pt x="89" y="116"/>
                    </a:cubicBezTo>
                    <a:cubicBezTo>
                      <a:pt x="87" y="120"/>
                      <a:pt x="83" y="122"/>
                      <a:pt x="77" y="125"/>
                    </a:cubicBezTo>
                    <a:cubicBezTo>
                      <a:pt x="72" y="127"/>
                      <a:pt x="66" y="128"/>
                      <a:pt x="59" y="128"/>
                    </a:cubicBezTo>
                    <a:cubicBezTo>
                      <a:pt x="51" y="128"/>
                      <a:pt x="43" y="126"/>
                      <a:pt x="37" y="124"/>
                    </a:cubicBezTo>
                    <a:cubicBezTo>
                      <a:pt x="31" y="121"/>
                      <a:pt x="26" y="117"/>
                      <a:pt x="23" y="113"/>
                    </a:cubicBezTo>
                    <a:cubicBezTo>
                      <a:pt x="20" y="108"/>
                      <a:pt x="18" y="102"/>
                      <a:pt x="17" y="9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6"/>
                      <a:pt x="3" y="115"/>
                      <a:pt x="8" y="122"/>
                    </a:cubicBezTo>
                    <a:cubicBezTo>
                      <a:pt x="12" y="130"/>
                      <a:pt x="19" y="135"/>
                      <a:pt x="28" y="139"/>
                    </a:cubicBezTo>
                    <a:cubicBezTo>
                      <a:pt x="36" y="142"/>
                      <a:pt x="47" y="144"/>
                      <a:pt x="59" y="144"/>
                    </a:cubicBezTo>
                    <a:cubicBezTo>
                      <a:pt x="69" y="144"/>
                      <a:pt x="78" y="142"/>
                      <a:pt x="86" y="139"/>
                    </a:cubicBezTo>
                    <a:cubicBezTo>
                      <a:pt x="94" y="135"/>
                      <a:pt x="100" y="130"/>
                      <a:pt x="105" y="123"/>
                    </a:cubicBezTo>
                    <a:cubicBezTo>
                      <a:pt x="109" y="117"/>
                      <a:pt x="111" y="110"/>
                      <a:pt x="111" y="102"/>
                    </a:cubicBezTo>
                    <a:cubicBezTo>
                      <a:pt x="111" y="95"/>
                      <a:pt x="109" y="88"/>
                      <a:pt x="105" y="83"/>
                    </a:cubicBezTo>
                    <a:cubicBezTo>
                      <a:pt x="101" y="77"/>
                      <a:pt x="95" y="72"/>
                      <a:pt x="87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3" name="ïsḻïḑe"/>
              <p:cNvSpPr/>
              <p:nvPr/>
            </p:nvSpPr>
            <p:spPr bwMode="auto">
              <a:xfrm>
                <a:off x="5329238" y="4257675"/>
                <a:ext cx="273050" cy="461963"/>
              </a:xfrm>
              <a:custGeom>
                <a:avLst/>
                <a:gdLst>
                  <a:gd name="T0" fmla="*/ 67 w 83"/>
                  <a:gd name="T1" fmla="*/ 41 h 140"/>
                  <a:gd name="T2" fmla="*/ 48 w 83"/>
                  <a:gd name="T3" fmla="*/ 36 h 140"/>
                  <a:gd name="T4" fmla="*/ 17 w 83"/>
                  <a:gd name="T5" fmla="*/ 50 h 140"/>
                  <a:gd name="T6" fmla="*/ 17 w 83"/>
                  <a:gd name="T7" fmla="*/ 0 h 140"/>
                  <a:gd name="T8" fmla="*/ 0 w 83"/>
                  <a:gd name="T9" fmla="*/ 0 h 140"/>
                  <a:gd name="T10" fmla="*/ 0 w 83"/>
                  <a:gd name="T11" fmla="*/ 140 h 140"/>
                  <a:gd name="T12" fmla="*/ 17 w 83"/>
                  <a:gd name="T13" fmla="*/ 140 h 140"/>
                  <a:gd name="T14" fmla="*/ 17 w 83"/>
                  <a:gd name="T15" fmla="*/ 84 h 140"/>
                  <a:gd name="T16" fmla="*/ 20 w 83"/>
                  <a:gd name="T17" fmla="*/ 66 h 140"/>
                  <a:gd name="T18" fmla="*/ 30 w 83"/>
                  <a:gd name="T19" fmla="*/ 55 h 140"/>
                  <a:gd name="T20" fmla="*/ 44 w 83"/>
                  <a:gd name="T21" fmla="*/ 51 h 140"/>
                  <a:gd name="T22" fmla="*/ 60 w 83"/>
                  <a:gd name="T23" fmla="*/ 57 h 140"/>
                  <a:gd name="T24" fmla="*/ 65 w 83"/>
                  <a:gd name="T25" fmla="*/ 76 h 140"/>
                  <a:gd name="T26" fmla="*/ 65 w 83"/>
                  <a:gd name="T27" fmla="*/ 140 h 140"/>
                  <a:gd name="T28" fmla="*/ 83 w 83"/>
                  <a:gd name="T29" fmla="*/ 140 h 140"/>
                  <a:gd name="T30" fmla="*/ 83 w 83"/>
                  <a:gd name="T31" fmla="*/ 76 h 140"/>
                  <a:gd name="T32" fmla="*/ 79 w 83"/>
                  <a:gd name="T33" fmla="*/ 53 h 140"/>
                  <a:gd name="T34" fmla="*/ 67 w 83"/>
                  <a:gd name="T35" fmla="*/ 41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3" h="140">
                    <a:moveTo>
                      <a:pt x="67" y="41"/>
                    </a:moveTo>
                    <a:cubicBezTo>
                      <a:pt x="62" y="38"/>
                      <a:pt x="55" y="36"/>
                      <a:pt x="48" y="36"/>
                    </a:cubicBezTo>
                    <a:cubicBezTo>
                      <a:pt x="35" y="36"/>
                      <a:pt x="25" y="41"/>
                      <a:pt x="17" y="5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7" y="84"/>
                      <a:pt x="17" y="84"/>
                      <a:pt x="17" y="84"/>
                    </a:cubicBezTo>
                    <a:cubicBezTo>
                      <a:pt x="17" y="77"/>
                      <a:pt x="18" y="70"/>
                      <a:pt x="20" y="66"/>
                    </a:cubicBezTo>
                    <a:cubicBezTo>
                      <a:pt x="22" y="61"/>
                      <a:pt x="25" y="58"/>
                      <a:pt x="30" y="55"/>
                    </a:cubicBezTo>
                    <a:cubicBezTo>
                      <a:pt x="34" y="52"/>
                      <a:pt x="39" y="51"/>
                      <a:pt x="44" y="51"/>
                    </a:cubicBezTo>
                    <a:cubicBezTo>
                      <a:pt x="51" y="51"/>
                      <a:pt x="56" y="53"/>
                      <a:pt x="60" y="57"/>
                    </a:cubicBezTo>
                    <a:cubicBezTo>
                      <a:pt x="64" y="61"/>
                      <a:pt x="65" y="67"/>
                      <a:pt x="65" y="7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83" y="140"/>
                      <a:pt x="83" y="140"/>
                      <a:pt x="83" y="140"/>
                    </a:cubicBezTo>
                    <a:cubicBezTo>
                      <a:pt x="83" y="76"/>
                      <a:pt x="83" y="76"/>
                      <a:pt x="83" y="76"/>
                    </a:cubicBezTo>
                    <a:cubicBezTo>
                      <a:pt x="83" y="66"/>
                      <a:pt x="81" y="58"/>
                      <a:pt x="79" y="53"/>
                    </a:cubicBezTo>
                    <a:cubicBezTo>
                      <a:pt x="77" y="48"/>
                      <a:pt x="73" y="44"/>
                      <a:pt x="67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4" name="ïšlîḋé"/>
              <p:cNvSpPr/>
              <p:nvPr/>
            </p:nvSpPr>
            <p:spPr bwMode="auto">
              <a:xfrm>
                <a:off x="5705475" y="4376738"/>
                <a:ext cx="306388" cy="349250"/>
              </a:xfrm>
              <a:custGeom>
                <a:avLst/>
                <a:gdLst>
                  <a:gd name="T0" fmla="*/ 88 w 93"/>
                  <a:gd name="T1" fmla="*/ 61 h 106"/>
                  <a:gd name="T2" fmla="*/ 88 w 93"/>
                  <a:gd name="T3" fmla="*/ 39 h 106"/>
                  <a:gd name="T4" fmla="*/ 87 w 93"/>
                  <a:gd name="T5" fmla="*/ 23 h 106"/>
                  <a:gd name="T6" fmla="*/ 81 w 93"/>
                  <a:gd name="T7" fmla="*/ 11 h 106"/>
                  <a:gd name="T8" fmla="*/ 69 w 93"/>
                  <a:gd name="T9" fmla="*/ 3 h 106"/>
                  <a:gd name="T10" fmla="*/ 48 w 93"/>
                  <a:gd name="T11" fmla="*/ 0 h 106"/>
                  <a:gd name="T12" fmla="*/ 25 w 93"/>
                  <a:gd name="T13" fmla="*/ 4 h 106"/>
                  <a:gd name="T14" fmla="*/ 10 w 93"/>
                  <a:gd name="T15" fmla="*/ 14 h 106"/>
                  <a:gd name="T16" fmla="*/ 3 w 93"/>
                  <a:gd name="T17" fmla="*/ 31 h 106"/>
                  <a:gd name="T18" fmla="*/ 19 w 93"/>
                  <a:gd name="T19" fmla="*/ 34 h 106"/>
                  <a:gd name="T20" fmla="*/ 28 w 93"/>
                  <a:gd name="T21" fmla="*/ 19 h 106"/>
                  <a:gd name="T22" fmla="*/ 46 w 93"/>
                  <a:gd name="T23" fmla="*/ 15 h 106"/>
                  <a:gd name="T24" fmla="*/ 65 w 93"/>
                  <a:gd name="T25" fmla="*/ 20 h 106"/>
                  <a:gd name="T26" fmla="*/ 70 w 93"/>
                  <a:gd name="T27" fmla="*/ 35 h 106"/>
                  <a:gd name="T28" fmla="*/ 70 w 93"/>
                  <a:gd name="T29" fmla="*/ 40 h 106"/>
                  <a:gd name="T30" fmla="*/ 40 w 93"/>
                  <a:gd name="T31" fmla="*/ 46 h 106"/>
                  <a:gd name="T32" fmla="*/ 24 w 93"/>
                  <a:gd name="T33" fmla="*/ 48 h 106"/>
                  <a:gd name="T34" fmla="*/ 12 w 93"/>
                  <a:gd name="T35" fmla="*/ 54 h 106"/>
                  <a:gd name="T36" fmla="*/ 3 w 93"/>
                  <a:gd name="T37" fmla="*/ 64 h 106"/>
                  <a:gd name="T38" fmla="*/ 0 w 93"/>
                  <a:gd name="T39" fmla="*/ 77 h 106"/>
                  <a:gd name="T40" fmla="*/ 9 w 93"/>
                  <a:gd name="T41" fmla="*/ 98 h 106"/>
                  <a:gd name="T42" fmla="*/ 34 w 93"/>
                  <a:gd name="T43" fmla="*/ 106 h 106"/>
                  <a:gd name="T44" fmla="*/ 53 w 93"/>
                  <a:gd name="T45" fmla="*/ 103 h 106"/>
                  <a:gd name="T46" fmla="*/ 72 w 93"/>
                  <a:gd name="T47" fmla="*/ 91 h 106"/>
                  <a:gd name="T48" fmla="*/ 75 w 93"/>
                  <a:gd name="T49" fmla="*/ 104 h 106"/>
                  <a:gd name="T50" fmla="*/ 93 w 93"/>
                  <a:gd name="T51" fmla="*/ 104 h 106"/>
                  <a:gd name="T52" fmla="*/ 89 w 93"/>
                  <a:gd name="T53" fmla="*/ 92 h 106"/>
                  <a:gd name="T54" fmla="*/ 88 w 93"/>
                  <a:gd name="T55" fmla="*/ 61 h 106"/>
                  <a:gd name="T56" fmla="*/ 70 w 93"/>
                  <a:gd name="T57" fmla="*/ 59 h 106"/>
                  <a:gd name="T58" fmla="*/ 67 w 93"/>
                  <a:gd name="T59" fmla="*/ 77 h 106"/>
                  <a:gd name="T60" fmla="*/ 56 w 93"/>
                  <a:gd name="T61" fmla="*/ 88 h 106"/>
                  <a:gd name="T62" fmla="*/ 38 w 93"/>
                  <a:gd name="T63" fmla="*/ 93 h 106"/>
                  <a:gd name="T64" fmla="*/ 23 w 93"/>
                  <a:gd name="T65" fmla="*/ 88 h 106"/>
                  <a:gd name="T66" fmla="*/ 18 w 93"/>
                  <a:gd name="T67" fmla="*/ 77 h 106"/>
                  <a:gd name="T68" fmla="*/ 20 w 93"/>
                  <a:gd name="T69" fmla="*/ 69 h 106"/>
                  <a:gd name="T70" fmla="*/ 27 w 93"/>
                  <a:gd name="T71" fmla="*/ 63 h 106"/>
                  <a:gd name="T72" fmla="*/ 42 w 93"/>
                  <a:gd name="T73" fmla="*/ 60 h 106"/>
                  <a:gd name="T74" fmla="*/ 70 w 93"/>
                  <a:gd name="T75" fmla="*/ 53 h 106"/>
                  <a:gd name="T76" fmla="*/ 70 w 93"/>
                  <a:gd name="T77" fmla="*/ 5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3" h="106">
                    <a:moveTo>
                      <a:pt x="88" y="6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88" y="31"/>
                      <a:pt x="87" y="26"/>
                      <a:pt x="87" y="23"/>
                    </a:cubicBezTo>
                    <a:cubicBezTo>
                      <a:pt x="86" y="18"/>
                      <a:pt x="84" y="14"/>
                      <a:pt x="81" y="11"/>
                    </a:cubicBezTo>
                    <a:cubicBezTo>
                      <a:pt x="79" y="8"/>
                      <a:pt x="75" y="5"/>
                      <a:pt x="69" y="3"/>
                    </a:cubicBezTo>
                    <a:cubicBezTo>
                      <a:pt x="64" y="1"/>
                      <a:pt x="57" y="0"/>
                      <a:pt x="48" y="0"/>
                    </a:cubicBezTo>
                    <a:cubicBezTo>
                      <a:pt x="40" y="0"/>
                      <a:pt x="32" y="2"/>
                      <a:pt x="25" y="4"/>
                    </a:cubicBezTo>
                    <a:cubicBezTo>
                      <a:pt x="19" y="6"/>
                      <a:pt x="14" y="10"/>
                      <a:pt x="10" y="14"/>
                    </a:cubicBezTo>
                    <a:cubicBezTo>
                      <a:pt x="7" y="19"/>
                      <a:pt x="4" y="24"/>
                      <a:pt x="3" y="31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21" y="27"/>
                      <a:pt x="24" y="22"/>
                      <a:pt x="28" y="19"/>
                    </a:cubicBezTo>
                    <a:cubicBezTo>
                      <a:pt x="32" y="16"/>
                      <a:pt x="38" y="15"/>
                      <a:pt x="46" y="15"/>
                    </a:cubicBezTo>
                    <a:cubicBezTo>
                      <a:pt x="55" y="15"/>
                      <a:pt x="61" y="16"/>
                      <a:pt x="65" y="20"/>
                    </a:cubicBezTo>
                    <a:cubicBezTo>
                      <a:pt x="69" y="23"/>
                      <a:pt x="70" y="28"/>
                      <a:pt x="70" y="35"/>
                    </a:cubicBezTo>
                    <a:cubicBezTo>
                      <a:pt x="70" y="36"/>
                      <a:pt x="70" y="37"/>
                      <a:pt x="70" y="40"/>
                    </a:cubicBezTo>
                    <a:cubicBezTo>
                      <a:pt x="64" y="42"/>
                      <a:pt x="53" y="44"/>
                      <a:pt x="40" y="46"/>
                    </a:cubicBezTo>
                    <a:cubicBezTo>
                      <a:pt x="33" y="46"/>
                      <a:pt x="28" y="47"/>
                      <a:pt x="24" y="48"/>
                    </a:cubicBezTo>
                    <a:cubicBezTo>
                      <a:pt x="20" y="49"/>
                      <a:pt x="16" y="51"/>
                      <a:pt x="12" y="54"/>
                    </a:cubicBezTo>
                    <a:cubicBezTo>
                      <a:pt x="8" y="56"/>
                      <a:pt x="5" y="59"/>
                      <a:pt x="3" y="64"/>
                    </a:cubicBezTo>
                    <a:cubicBezTo>
                      <a:pt x="1" y="68"/>
                      <a:pt x="0" y="72"/>
                      <a:pt x="0" y="77"/>
                    </a:cubicBezTo>
                    <a:cubicBezTo>
                      <a:pt x="0" y="86"/>
                      <a:pt x="3" y="93"/>
                      <a:pt x="9" y="98"/>
                    </a:cubicBezTo>
                    <a:cubicBezTo>
                      <a:pt x="15" y="103"/>
                      <a:pt x="23" y="106"/>
                      <a:pt x="34" y="106"/>
                    </a:cubicBezTo>
                    <a:cubicBezTo>
                      <a:pt x="41" y="106"/>
                      <a:pt x="47" y="105"/>
                      <a:pt x="53" y="103"/>
                    </a:cubicBezTo>
                    <a:cubicBezTo>
                      <a:pt x="59" y="101"/>
                      <a:pt x="65" y="97"/>
                      <a:pt x="72" y="91"/>
                    </a:cubicBezTo>
                    <a:cubicBezTo>
                      <a:pt x="72" y="96"/>
                      <a:pt x="73" y="100"/>
                      <a:pt x="75" y="104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91" y="100"/>
                      <a:pt x="89" y="96"/>
                      <a:pt x="89" y="92"/>
                    </a:cubicBezTo>
                    <a:cubicBezTo>
                      <a:pt x="88" y="88"/>
                      <a:pt x="88" y="77"/>
                      <a:pt x="88" y="61"/>
                    </a:cubicBezTo>
                    <a:close/>
                    <a:moveTo>
                      <a:pt x="70" y="59"/>
                    </a:moveTo>
                    <a:cubicBezTo>
                      <a:pt x="70" y="67"/>
                      <a:pt x="69" y="73"/>
                      <a:pt x="67" y="77"/>
                    </a:cubicBezTo>
                    <a:cubicBezTo>
                      <a:pt x="65" y="82"/>
                      <a:pt x="61" y="85"/>
                      <a:pt x="56" y="88"/>
                    </a:cubicBezTo>
                    <a:cubicBezTo>
                      <a:pt x="51" y="91"/>
                      <a:pt x="45" y="93"/>
                      <a:pt x="38" y="93"/>
                    </a:cubicBezTo>
                    <a:cubicBezTo>
                      <a:pt x="32" y="93"/>
                      <a:pt x="27" y="91"/>
                      <a:pt x="23" y="88"/>
                    </a:cubicBezTo>
                    <a:cubicBezTo>
                      <a:pt x="20" y="85"/>
                      <a:pt x="18" y="81"/>
                      <a:pt x="18" y="77"/>
                    </a:cubicBezTo>
                    <a:cubicBezTo>
                      <a:pt x="18" y="74"/>
                      <a:pt x="19" y="71"/>
                      <a:pt x="20" y="69"/>
                    </a:cubicBezTo>
                    <a:cubicBezTo>
                      <a:pt x="22" y="66"/>
                      <a:pt x="24" y="64"/>
                      <a:pt x="27" y="63"/>
                    </a:cubicBezTo>
                    <a:cubicBezTo>
                      <a:pt x="30" y="62"/>
                      <a:pt x="35" y="61"/>
                      <a:pt x="42" y="60"/>
                    </a:cubicBezTo>
                    <a:cubicBezTo>
                      <a:pt x="55" y="58"/>
                      <a:pt x="64" y="56"/>
                      <a:pt x="70" y="53"/>
                    </a:cubicBezTo>
                    <a:lnTo>
                      <a:pt x="70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5" name="iṩ1îḍê"/>
              <p:cNvSpPr/>
              <p:nvPr/>
            </p:nvSpPr>
            <p:spPr bwMode="auto">
              <a:xfrm>
                <a:off x="6116638" y="4376738"/>
                <a:ext cx="271463" cy="342900"/>
              </a:xfrm>
              <a:custGeom>
                <a:avLst/>
                <a:gdLst>
                  <a:gd name="T0" fmla="*/ 76 w 82"/>
                  <a:gd name="T1" fmla="*/ 12 h 104"/>
                  <a:gd name="T2" fmla="*/ 65 w 82"/>
                  <a:gd name="T3" fmla="*/ 4 h 104"/>
                  <a:gd name="T4" fmla="*/ 48 w 82"/>
                  <a:gd name="T5" fmla="*/ 0 h 104"/>
                  <a:gd name="T6" fmla="*/ 15 w 82"/>
                  <a:gd name="T7" fmla="*/ 17 h 104"/>
                  <a:gd name="T8" fmla="*/ 15 w 82"/>
                  <a:gd name="T9" fmla="*/ 3 h 104"/>
                  <a:gd name="T10" fmla="*/ 0 w 82"/>
                  <a:gd name="T11" fmla="*/ 3 h 104"/>
                  <a:gd name="T12" fmla="*/ 0 w 82"/>
                  <a:gd name="T13" fmla="*/ 104 h 104"/>
                  <a:gd name="T14" fmla="*/ 17 w 82"/>
                  <a:gd name="T15" fmla="*/ 104 h 104"/>
                  <a:gd name="T16" fmla="*/ 17 w 82"/>
                  <a:gd name="T17" fmla="*/ 49 h 104"/>
                  <a:gd name="T18" fmla="*/ 25 w 82"/>
                  <a:gd name="T19" fmla="*/ 22 h 104"/>
                  <a:gd name="T20" fmla="*/ 44 w 82"/>
                  <a:gd name="T21" fmla="*/ 15 h 104"/>
                  <a:gd name="T22" fmla="*/ 56 w 82"/>
                  <a:gd name="T23" fmla="*/ 18 h 104"/>
                  <a:gd name="T24" fmla="*/ 63 w 82"/>
                  <a:gd name="T25" fmla="*/ 27 h 104"/>
                  <a:gd name="T26" fmla="*/ 65 w 82"/>
                  <a:gd name="T27" fmla="*/ 42 h 104"/>
                  <a:gd name="T28" fmla="*/ 65 w 82"/>
                  <a:gd name="T29" fmla="*/ 104 h 104"/>
                  <a:gd name="T30" fmla="*/ 82 w 82"/>
                  <a:gd name="T31" fmla="*/ 104 h 104"/>
                  <a:gd name="T32" fmla="*/ 82 w 82"/>
                  <a:gd name="T33" fmla="*/ 42 h 104"/>
                  <a:gd name="T34" fmla="*/ 81 w 82"/>
                  <a:gd name="T35" fmla="*/ 25 h 104"/>
                  <a:gd name="T36" fmla="*/ 76 w 82"/>
                  <a:gd name="T3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2" h="104">
                    <a:moveTo>
                      <a:pt x="76" y="12"/>
                    </a:moveTo>
                    <a:cubicBezTo>
                      <a:pt x="73" y="9"/>
                      <a:pt x="70" y="6"/>
                      <a:pt x="65" y="4"/>
                    </a:cubicBezTo>
                    <a:cubicBezTo>
                      <a:pt x="59" y="1"/>
                      <a:pt x="54" y="0"/>
                      <a:pt x="48" y="0"/>
                    </a:cubicBezTo>
                    <a:cubicBezTo>
                      <a:pt x="34" y="0"/>
                      <a:pt x="23" y="6"/>
                      <a:pt x="15" y="17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36"/>
                      <a:pt x="20" y="27"/>
                      <a:pt x="25" y="22"/>
                    </a:cubicBezTo>
                    <a:cubicBezTo>
                      <a:pt x="30" y="18"/>
                      <a:pt x="37" y="15"/>
                      <a:pt x="44" y="15"/>
                    </a:cubicBezTo>
                    <a:cubicBezTo>
                      <a:pt x="49" y="15"/>
                      <a:pt x="53" y="16"/>
                      <a:pt x="56" y="18"/>
                    </a:cubicBezTo>
                    <a:cubicBezTo>
                      <a:pt x="59" y="20"/>
                      <a:pt x="62" y="23"/>
                      <a:pt x="63" y="27"/>
                    </a:cubicBezTo>
                    <a:cubicBezTo>
                      <a:pt x="64" y="30"/>
                      <a:pt x="65" y="35"/>
                      <a:pt x="65" y="42"/>
                    </a:cubicBezTo>
                    <a:cubicBezTo>
                      <a:pt x="65" y="104"/>
                      <a:pt x="65" y="104"/>
                      <a:pt x="65" y="104"/>
                    </a:cubicBezTo>
                    <a:cubicBezTo>
                      <a:pt x="82" y="104"/>
                      <a:pt x="82" y="104"/>
                      <a:pt x="82" y="104"/>
                    </a:cubicBezTo>
                    <a:cubicBezTo>
                      <a:pt x="82" y="42"/>
                      <a:pt x="82" y="42"/>
                      <a:pt x="82" y="42"/>
                    </a:cubicBezTo>
                    <a:cubicBezTo>
                      <a:pt x="82" y="34"/>
                      <a:pt x="82" y="28"/>
                      <a:pt x="81" y="25"/>
                    </a:cubicBezTo>
                    <a:cubicBezTo>
                      <a:pt x="80" y="20"/>
                      <a:pt x="79" y="16"/>
                      <a:pt x="7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6" name="îṩ1îḓé"/>
              <p:cNvSpPr/>
              <p:nvPr/>
            </p:nvSpPr>
            <p:spPr bwMode="auto">
              <a:xfrm>
                <a:off x="6489700" y="4376738"/>
                <a:ext cx="293688" cy="477838"/>
              </a:xfrm>
              <a:custGeom>
                <a:avLst/>
                <a:gdLst>
                  <a:gd name="T0" fmla="*/ 73 w 89"/>
                  <a:gd name="T1" fmla="*/ 15 h 145"/>
                  <a:gd name="T2" fmla="*/ 44 w 89"/>
                  <a:gd name="T3" fmla="*/ 0 h 145"/>
                  <a:gd name="T4" fmla="*/ 20 w 89"/>
                  <a:gd name="T5" fmla="*/ 7 h 145"/>
                  <a:gd name="T6" fmla="*/ 5 w 89"/>
                  <a:gd name="T7" fmla="*/ 26 h 145"/>
                  <a:gd name="T8" fmla="*/ 0 w 89"/>
                  <a:gd name="T9" fmla="*/ 53 h 145"/>
                  <a:gd name="T10" fmla="*/ 11 w 89"/>
                  <a:gd name="T11" fmla="*/ 89 h 145"/>
                  <a:gd name="T12" fmla="*/ 44 w 89"/>
                  <a:gd name="T13" fmla="*/ 104 h 145"/>
                  <a:gd name="T14" fmla="*/ 72 w 89"/>
                  <a:gd name="T15" fmla="*/ 91 h 145"/>
                  <a:gd name="T16" fmla="*/ 70 w 89"/>
                  <a:gd name="T17" fmla="*/ 113 h 145"/>
                  <a:gd name="T18" fmla="*/ 62 w 89"/>
                  <a:gd name="T19" fmla="*/ 126 h 145"/>
                  <a:gd name="T20" fmla="*/ 43 w 89"/>
                  <a:gd name="T21" fmla="*/ 131 h 145"/>
                  <a:gd name="T22" fmla="*/ 26 w 89"/>
                  <a:gd name="T23" fmla="*/ 126 h 145"/>
                  <a:gd name="T24" fmla="*/ 20 w 89"/>
                  <a:gd name="T25" fmla="*/ 115 h 145"/>
                  <a:gd name="T26" fmla="*/ 3 w 89"/>
                  <a:gd name="T27" fmla="*/ 112 h 145"/>
                  <a:gd name="T28" fmla="*/ 14 w 89"/>
                  <a:gd name="T29" fmla="*/ 137 h 145"/>
                  <a:gd name="T30" fmla="*/ 43 w 89"/>
                  <a:gd name="T31" fmla="*/ 145 h 145"/>
                  <a:gd name="T32" fmla="*/ 69 w 89"/>
                  <a:gd name="T33" fmla="*/ 139 h 145"/>
                  <a:gd name="T34" fmla="*/ 84 w 89"/>
                  <a:gd name="T35" fmla="*/ 124 h 145"/>
                  <a:gd name="T36" fmla="*/ 89 w 89"/>
                  <a:gd name="T37" fmla="*/ 90 h 145"/>
                  <a:gd name="T38" fmla="*/ 89 w 89"/>
                  <a:gd name="T39" fmla="*/ 3 h 145"/>
                  <a:gd name="T40" fmla="*/ 73 w 89"/>
                  <a:gd name="T41" fmla="*/ 3 h 145"/>
                  <a:gd name="T42" fmla="*/ 73 w 89"/>
                  <a:gd name="T43" fmla="*/ 15 h 145"/>
                  <a:gd name="T44" fmla="*/ 65 w 89"/>
                  <a:gd name="T45" fmla="*/ 81 h 145"/>
                  <a:gd name="T46" fmla="*/ 45 w 89"/>
                  <a:gd name="T47" fmla="*/ 90 h 145"/>
                  <a:gd name="T48" fmla="*/ 25 w 89"/>
                  <a:gd name="T49" fmla="*/ 81 h 145"/>
                  <a:gd name="T50" fmla="*/ 18 w 89"/>
                  <a:gd name="T51" fmla="*/ 51 h 145"/>
                  <a:gd name="T52" fmla="*/ 26 w 89"/>
                  <a:gd name="T53" fmla="*/ 24 h 145"/>
                  <a:gd name="T54" fmla="*/ 45 w 89"/>
                  <a:gd name="T55" fmla="*/ 15 h 145"/>
                  <a:gd name="T56" fmla="*/ 65 w 89"/>
                  <a:gd name="T57" fmla="*/ 24 h 145"/>
                  <a:gd name="T58" fmla="*/ 73 w 89"/>
                  <a:gd name="T59" fmla="*/ 52 h 145"/>
                  <a:gd name="T60" fmla="*/ 65 w 89"/>
                  <a:gd name="T61" fmla="*/ 81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9" h="145">
                    <a:moveTo>
                      <a:pt x="73" y="15"/>
                    </a:moveTo>
                    <a:cubicBezTo>
                      <a:pt x="66" y="5"/>
                      <a:pt x="56" y="0"/>
                      <a:pt x="44" y="0"/>
                    </a:cubicBezTo>
                    <a:cubicBezTo>
                      <a:pt x="35" y="0"/>
                      <a:pt x="27" y="3"/>
                      <a:pt x="20" y="7"/>
                    </a:cubicBezTo>
                    <a:cubicBezTo>
                      <a:pt x="14" y="11"/>
                      <a:pt x="9" y="18"/>
                      <a:pt x="5" y="26"/>
                    </a:cubicBezTo>
                    <a:cubicBezTo>
                      <a:pt x="2" y="34"/>
                      <a:pt x="0" y="43"/>
                      <a:pt x="0" y="53"/>
                    </a:cubicBezTo>
                    <a:cubicBezTo>
                      <a:pt x="0" y="67"/>
                      <a:pt x="4" y="79"/>
                      <a:pt x="11" y="89"/>
                    </a:cubicBezTo>
                    <a:cubicBezTo>
                      <a:pt x="19" y="99"/>
                      <a:pt x="30" y="104"/>
                      <a:pt x="44" y="104"/>
                    </a:cubicBezTo>
                    <a:cubicBezTo>
                      <a:pt x="55" y="104"/>
                      <a:pt x="64" y="99"/>
                      <a:pt x="72" y="91"/>
                    </a:cubicBezTo>
                    <a:cubicBezTo>
                      <a:pt x="72" y="102"/>
                      <a:pt x="71" y="109"/>
                      <a:pt x="70" y="113"/>
                    </a:cubicBezTo>
                    <a:cubicBezTo>
                      <a:pt x="69" y="118"/>
                      <a:pt x="66" y="123"/>
                      <a:pt x="62" y="126"/>
                    </a:cubicBezTo>
                    <a:cubicBezTo>
                      <a:pt x="57" y="129"/>
                      <a:pt x="51" y="131"/>
                      <a:pt x="43" y="131"/>
                    </a:cubicBezTo>
                    <a:cubicBezTo>
                      <a:pt x="36" y="131"/>
                      <a:pt x="30" y="129"/>
                      <a:pt x="26" y="126"/>
                    </a:cubicBezTo>
                    <a:cubicBezTo>
                      <a:pt x="23" y="124"/>
                      <a:pt x="21" y="120"/>
                      <a:pt x="20" y="115"/>
                    </a:cubicBezTo>
                    <a:cubicBezTo>
                      <a:pt x="3" y="112"/>
                      <a:pt x="3" y="112"/>
                      <a:pt x="3" y="112"/>
                    </a:cubicBezTo>
                    <a:cubicBezTo>
                      <a:pt x="3" y="123"/>
                      <a:pt x="7" y="131"/>
                      <a:pt x="14" y="137"/>
                    </a:cubicBezTo>
                    <a:cubicBezTo>
                      <a:pt x="22" y="142"/>
                      <a:pt x="31" y="145"/>
                      <a:pt x="43" y="145"/>
                    </a:cubicBezTo>
                    <a:cubicBezTo>
                      <a:pt x="54" y="145"/>
                      <a:pt x="62" y="143"/>
                      <a:pt x="69" y="139"/>
                    </a:cubicBezTo>
                    <a:cubicBezTo>
                      <a:pt x="76" y="135"/>
                      <a:pt x="81" y="130"/>
                      <a:pt x="84" y="124"/>
                    </a:cubicBezTo>
                    <a:cubicBezTo>
                      <a:pt x="88" y="117"/>
                      <a:pt x="89" y="106"/>
                      <a:pt x="89" y="90"/>
                    </a:cubicBezTo>
                    <a:cubicBezTo>
                      <a:pt x="89" y="3"/>
                      <a:pt x="89" y="3"/>
                      <a:pt x="89" y="3"/>
                    </a:cubicBezTo>
                    <a:cubicBezTo>
                      <a:pt x="73" y="3"/>
                      <a:pt x="73" y="3"/>
                      <a:pt x="73" y="3"/>
                    </a:cubicBezTo>
                    <a:lnTo>
                      <a:pt x="73" y="15"/>
                    </a:lnTo>
                    <a:close/>
                    <a:moveTo>
                      <a:pt x="65" y="81"/>
                    </a:moveTo>
                    <a:cubicBezTo>
                      <a:pt x="60" y="87"/>
                      <a:pt x="53" y="90"/>
                      <a:pt x="45" y="90"/>
                    </a:cubicBezTo>
                    <a:cubicBezTo>
                      <a:pt x="37" y="90"/>
                      <a:pt x="31" y="87"/>
                      <a:pt x="25" y="81"/>
                    </a:cubicBezTo>
                    <a:cubicBezTo>
                      <a:pt x="20" y="74"/>
                      <a:pt x="18" y="65"/>
                      <a:pt x="18" y="51"/>
                    </a:cubicBezTo>
                    <a:cubicBezTo>
                      <a:pt x="18" y="39"/>
                      <a:pt x="20" y="30"/>
                      <a:pt x="26" y="24"/>
                    </a:cubicBezTo>
                    <a:cubicBezTo>
                      <a:pt x="31" y="18"/>
                      <a:pt x="37" y="15"/>
                      <a:pt x="45" y="15"/>
                    </a:cubicBezTo>
                    <a:cubicBezTo>
                      <a:pt x="53" y="15"/>
                      <a:pt x="59" y="18"/>
                      <a:pt x="65" y="24"/>
                    </a:cubicBezTo>
                    <a:cubicBezTo>
                      <a:pt x="70" y="30"/>
                      <a:pt x="73" y="40"/>
                      <a:pt x="73" y="52"/>
                    </a:cubicBezTo>
                    <a:cubicBezTo>
                      <a:pt x="73" y="65"/>
                      <a:pt x="70" y="74"/>
                      <a:pt x="65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7" name="ïšḷíḓê"/>
              <p:cNvSpPr/>
              <p:nvPr/>
            </p:nvSpPr>
            <p:spPr bwMode="auto">
              <a:xfrm>
                <a:off x="6905625" y="4257675"/>
                <a:ext cx="269875" cy="461963"/>
              </a:xfrm>
              <a:custGeom>
                <a:avLst/>
                <a:gdLst>
                  <a:gd name="T0" fmla="*/ 67 w 82"/>
                  <a:gd name="T1" fmla="*/ 41 h 140"/>
                  <a:gd name="T2" fmla="*/ 47 w 82"/>
                  <a:gd name="T3" fmla="*/ 36 h 140"/>
                  <a:gd name="T4" fmla="*/ 17 w 82"/>
                  <a:gd name="T5" fmla="*/ 50 h 140"/>
                  <a:gd name="T6" fmla="*/ 17 w 82"/>
                  <a:gd name="T7" fmla="*/ 0 h 140"/>
                  <a:gd name="T8" fmla="*/ 0 w 82"/>
                  <a:gd name="T9" fmla="*/ 0 h 140"/>
                  <a:gd name="T10" fmla="*/ 0 w 82"/>
                  <a:gd name="T11" fmla="*/ 140 h 140"/>
                  <a:gd name="T12" fmla="*/ 17 w 82"/>
                  <a:gd name="T13" fmla="*/ 140 h 140"/>
                  <a:gd name="T14" fmla="*/ 17 w 82"/>
                  <a:gd name="T15" fmla="*/ 84 h 140"/>
                  <a:gd name="T16" fmla="*/ 20 w 82"/>
                  <a:gd name="T17" fmla="*/ 66 h 140"/>
                  <a:gd name="T18" fmla="*/ 30 w 82"/>
                  <a:gd name="T19" fmla="*/ 55 h 140"/>
                  <a:gd name="T20" fmla="*/ 44 w 82"/>
                  <a:gd name="T21" fmla="*/ 51 h 140"/>
                  <a:gd name="T22" fmla="*/ 60 w 82"/>
                  <a:gd name="T23" fmla="*/ 57 h 140"/>
                  <a:gd name="T24" fmla="*/ 65 w 82"/>
                  <a:gd name="T25" fmla="*/ 76 h 140"/>
                  <a:gd name="T26" fmla="*/ 65 w 82"/>
                  <a:gd name="T27" fmla="*/ 140 h 140"/>
                  <a:gd name="T28" fmla="*/ 82 w 82"/>
                  <a:gd name="T29" fmla="*/ 140 h 140"/>
                  <a:gd name="T30" fmla="*/ 82 w 82"/>
                  <a:gd name="T31" fmla="*/ 76 h 140"/>
                  <a:gd name="T32" fmla="*/ 79 w 82"/>
                  <a:gd name="T33" fmla="*/ 53 h 140"/>
                  <a:gd name="T34" fmla="*/ 67 w 82"/>
                  <a:gd name="T35" fmla="*/ 41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2" h="140">
                    <a:moveTo>
                      <a:pt x="67" y="41"/>
                    </a:moveTo>
                    <a:cubicBezTo>
                      <a:pt x="61" y="38"/>
                      <a:pt x="55" y="36"/>
                      <a:pt x="47" y="36"/>
                    </a:cubicBezTo>
                    <a:cubicBezTo>
                      <a:pt x="35" y="36"/>
                      <a:pt x="25" y="41"/>
                      <a:pt x="17" y="5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7" y="84"/>
                      <a:pt x="17" y="84"/>
                      <a:pt x="17" y="84"/>
                    </a:cubicBezTo>
                    <a:cubicBezTo>
                      <a:pt x="17" y="77"/>
                      <a:pt x="18" y="70"/>
                      <a:pt x="20" y="66"/>
                    </a:cubicBezTo>
                    <a:cubicBezTo>
                      <a:pt x="22" y="61"/>
                      <a:pt x="25" y="58"/>
                      <a:pt x="30" y="55"/>
                    </a:cubicBezTo>
                    <a:cubicBezTo>
                      <a:pt x="34" y="52"/>
                      <a:pt x="39" y="51"/>
                      <a:pt x="44" y="51"/>
                    </a:cubicBezTo>
                    <a:cubicBezTo>
                      <a:pt x="51" y="51"/>
                      <a:pt x="56" y="53"/>
                      <a:pt x="60" y="57"/>
                    </a:cubicBezTo>
                    <a:cubicBezTo>
                      <a:pt x="63" y="61"/>
                      <a:pt x="65" y="67"/>
                      <a:pt x="65" y="7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82" y="140"/>
                      <a:pt x="82" y="140"/>
                      <a:pt x="82" y="140"/>
                    </a:cubicBezTo>
                    <a:cubicBezTo>
                      <a:pt x="82" y="76"/>
                      <a:pt x="82" y="76"/>
                      <a:pt x="82" y="76"/>
                    </a:cubicBezTo>
                    <a:cubicBezTo>
                      <a:pt x="82" y="66"/>
                      <a:pt x="81" y="58"/>
                      <a:pt x="79" y="53"/>
                    </a:cubicBezTo>
                    <a:cubicBezTo>
                      <a:pt x="76" y="48"/>
                      <a:pt x="73" y="44"/>
                      <a:pt x="67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8" name="isļîḓè"/>
              <p:cNvSpPr/>
              <p:nvPr/>
            </p:nvSpPr>
            <p:spPr bwMode="auto">
              <a:xfrm>
                <a:off x="7281863" y="4376738"/>
                <a:ext cx="306388" cy="349250"/>
              </a:xfrm>
              <a:custGeom>
                <a:avLst/>
                <a:gdLst>
                  <a:gd name="T0" fmla="*/ 87 w 93"/>
                  <a:gd name="T1" fmla="*/ 61 h 106"/>
                  <a:gd name="T2" fmla="*/ 87 w 93"/>
                  <a:gd name="T3" fmla="*/ 39 h 106"/>
                  <a:gd name="T4" fmla="*/ 87 w 93"/>
                  <a:gd name="T5" fmla="*/ 23 h 106"/>
                  <a:gd name="T6" fmla="*/ 81 w 93"/>
                  <a:gd name="T7" fmla="*/ 11 h 106"/>
                  <a:gd name="T8" fmla="*/ 69 w 93"/>
                  <a:gd name="T9" fmla="*/ 3 h 106"/>
                  <a:gd name="T10" fmla="*/ 48 w 93"/>
                  <a:gd name="T11" fmla="*/ 0 h 106"/>
                  <a:gd name="T12" fmla="*/ 25 w 93"/>
                  <a:gd name="T13" fmla="*/ 4 h 106"/>
                  <a:gd name="T14" fmla="*/ 10 w 93"/>
                  <a:gd name="T15" fmla="*/ 14 h 106"/>
                  <a:gd name="T16" fmla="*/ 3 w 93"/>
                  <a:gd name="T17" fmla="*/ 31 h 106"/>
                  <a:gd name="T18" fmla="*/ 19 w 93"/>
                  <a:gd name="T19" fmla="*/ 34 h 106"/>
                  <a:gd name="T20" fmla="*/ 28 w 93"/>
                  <a:gd name="T21" fmla="*/ 19 h 106"/>
                  <a:gd name="T22" fmla="*/ 46 w 93"/>
                  <a:gd name="T23" fmla="*/ 15 h 106"/>
                  <a:gd name="T24" fmla="*/ 65 w 93"/>
                  <a:gd name="T25" fmla="*/ 20 h 106"/>
                  <a:gd name="T26" fmla="*/ 70 w 93"/>
                  <a:gd name="T27" fmla="*/ 35 h 106"/>
                  <a:gd name="T28" fmla="*/ 70 w 93"/>
                  <a:gd name="T29" fmla="*/ 40 h 106"/>
                  <a:gd name="T30" fmla="*/ 39 w 93"/>
                  <a:gd name="T31" fmla="*/ 46 h 106"/>
                  <a:gd name="T32" fmla="*/ 24 w 93"/>
                  <a:gd name="T33" fmla="*/ 48 h 106"/>
                  <a:gd name="T34" fmla="*/ 12 w 93"/>
                  <a:gd name="T35" fmla="*/ 54 h 106"/>
                  <a:gd name="T36" fmla="*/ 3 w 93"/>
                  <a:gd name="T37" fmla="*/ 64 h 106"/>
                  <a:gd name="T38" fmla="*/ 0 w 93"/>
                  <a:gd name="T39" fmla="*/ 77 h 106"/>
                  <a:gd name="T40" fmla="*/ 9 w 93"/>
                  <a:gd name="T41" fmla="*/ 98 h 106"/>
                  <a:gd name="T42" fmla="*/ 34 w 93"/>
                  <a:gd name="T43" fmla="*/ 106 h 106"/>
                  <a:gd name="T44" fmla="*/ 53 w 93"/>
                  <a:gd name="T45" fmla="*/ 103 h 106"/>
                  <a:gd name="T46" fmla="*/ 72 w 93"/>
                  <a:gd name="T47" fmla="*/ 91 h 106"/>
                  <a:gd name="T48" fmla="*/ 75 w 93"/>
                  <a:gd name="T49" fmla="*/ 104 h 106"/>
                  <a:gd name="T50" fmla="*/ 93 w 93"/>
                  <a:gd name="T51" fmla="*/ 104 h 106"/>
                  <a:gd name="T52" fmla="*/ 89 w 93"/>
                  <a:gd name="T53" fmla="*/ 92 h 106"/>
                  <a:gd name="T54" fmla="*/ 87 w 93"/>
                  <a:gd name="T55" fmla="*/ 61 h 106"/>
                  <a:gd name="T56" fmla="*/ 70 w 93"/>
                  <a:gd name="T57" fmla="*/ 59 h 106"/>
                  <a:gd name="T58" fmla="*/ 67 w 93"/>
                  <a:gd name="T59" fmla="*/ 77 h 106"/>
                  <a:gd name="T60" fmla="*/ 56 w 93"/>
                  <a:gd name="T61" fmla="*/ 88 h 106"/>
                  <a:gd name="T62" fmla="*/ 38 w 93"/>
                  <a:gd name="T63" fmla="*/ 93 h 106"/>
                  <a:gd name="T64" fmla="*/ 23 w 93"/>
                  <a:gd name="T65" fmla="*/ 88 h 106"/>
                  <a:gd name="T66" fmla="*/ 18 w 93"/>
                  <a:gd name="T67" fmla="*/ 77 h 106"/>
                  <a:gd name="T68" fmla="*/ 20 w 93"/>
                  <a:gd name="T69" fmla="*/ 69 h 106"/>
                  <a:gd name="T70" fmla="*/ 27 w 93"/>
                  <a:gd name="T71" fmla="*/ 63 h 106"/>
                  <a:gd name="T72" fmla="*/ 42 w 93"/>
                  <a:gd name="T73" fmla="*/ 60 h 106"/>
                  <a:gd name="T74" fmla="*/ 70 w 93"/>
                  <a:gd name="T75" fmla="*/ 53 h 106"/>
                  <a:gd name="T76" fmla="*/ 70 w 93"/>
                  <a:gd name="T77" fmla="*/ 5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3" h="106">
                    <a:moveTo>
                      <a:pt x="87" y="61"/>
                    </a:moveTo>
                    <a:cubicBezTo>
                      <a:pt x="87" y="39"/>
                      <a:pt x="87" y="39"/>
                      <a:pt x="87" y="39"/>
                    </a:cubicBezTo>
                    <a:cubicBezTo>
                      <a:pt x="87" y="31"/>
                      <a:pt x="87" y="26"/>
                      <a:pt x="87" y="23"/>
                    </a:cubicBezTo>
                    <a:cubicBezTo>
                      <a:pt x="86" y="18"/>
                      <a:pt x="84" y="14"/>
                      <a:pt x="81" y="11"/>
                    </a:cubicBezTo>
                    <a:cubicBezTo>
                      <a:pt x="79" y="8"/>
                      <a:pt x="75" y="5"/>
                      <a:pt x="69" y="3"/>
                    </a:cubicBezTo>
                    <a:cubicBezTo>
                      <a:pt x="64" y="1"/>
                      <a:pt x="57" y="0"/>
                      <a:pt x="48" y="0"/>
                    </a:cubicBezTo>
                    <a:cubicBezTo>
                      <a:pt x="40" y="0"/>
                      <a:pt x="32" y="2"/>
                      <a:pt x="25" y="4"/>
                    </a:cubicBezTo>
                    <a:cubicBezTo>
                      <a:pt x="19" y="6"/>
                      <a:pt x="14" y="10"/>
                      <a:pt x="10" y="14"/>
                    </a:cubicBezTo>
                    <a:cubicBezTo>
                      <a:pt x="7" y="19"/>
                      <a:pt x="4" y="24"/>
                      <a:pt x="3" y="31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21" y="27"/>
                      <a:pt x="24" y="22"/>
                      <a:pt x="28" y="19"/>
                    </a:cubicBezTo>
                    <a:cubicBezTo>
                      <a:pt x="32" y="16"/>
                      <a:pt x="38" y="15"/>
                      <a:pt x="46" y="15"/>
                    </a:cubicBezTo>
                    <a:cubicBezTo>
                      <a:pt x="54" y="15"/>
                      <a:pt x="61" y="16"/>
                      <a:pt x="65" y="20"/>
                    </a:cubicBezTo>
                    <a:cubicBezTo>
                      <a:pt x="69" y="23"/>
                      <a:pt x="70" y="28"/>
                      <a:pt x="70" y="35"/>
                    </a:cubicBezTo>
                    <a:cubicBezTo>
                      <a:pt x="70" y="36"/>
                      <a:pt x="70" y="37"/>
                      <a:pt x="70" y="40"/>
                    </a:cubicBezTo>
                    <a:cubicBezTo>
                      <a:pt x="64" y="42"/>
                      <a:pt x="53" y="44"/>
                      <a:pt x="39" y="46"/>
                    </a:cubicBezTo>
                    <a:cubicBezTo>
                      <a:pt x="33" y="46"/>
                      <a:pt x="28" y="47"/>
                      <a:pt x="24" y="48"/>
                    </a:cubicBezTo>
                    <a:cubicBezTo>
                      <a:pt x="20" y="49"/>
                      <a:pt x="16" y="51"/>
                      <a:pt x="12" y="54"/>
                    </a:cubicBezTo>
                    <a:cubicBezTo>
                      <a:pt x="8" y="56"/>
                      <a:pt x="5" y="59"/>
                      <a:pt x="3" y="64"/>
                    </a:cubicBezTo>
                    <a:cubicBezTo>
                      <a:pt x="1" y="68"/>
                      <a:pt x="0" y="72"/>
                      <a:pt x="0" y="77"/>
                    </a:cubicBezTo>
                    <a:cubicBezTo>
                      <a:pt x="0" y="86"/>
                      <a:pt x="3" y="93"/>
                      <a:pt x="9" y="98"/>
                    </a:cubicBezTo>
                    <a:cubicBezTo>
                      <a:pt x="15" y="103"/>
                      <a:pt x="23" y="106"/>
                      <a:pt x="34" y="106"/>
                    </a:cubicBezTo>
                    <a:cubicBezTo>
                      <a:pt x="41" y="106"/>
                      <a:pt x="47" y="105"/>
                      <a:pt x="53" y="103"/>
                    </a:cubicBezTo>
                    <a:cubicBezTo>
                      <a:pt x="59" y="101"/>
                      <a:pt x="65" y="97"/>
                      <a:pt x="72" y="91"/>
                    </a:cubicBezTo>
                    <a:cubicBezTo>
                      <a:pt x="72" y="96"/>
                      <a:pt x="73" y="100"/>
                      <a:pt x="75" y="104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91" y="100"/>
                      <a:pt x="89" y="96"/>
                      <a:pt x="89" y="92"/>
                    </a:cubicBezTo>
                    <a:cubicBezTo>
                      <a:pt x="88" y="88"/>
                      <a:pt x="87" y="77"/>
                      <a:pt x="87" y="61"/>
                    </a:cubicBezTo>
                    <a:close/>
                    <a:moveTo>
                      <a:pt x="70" y="59"/>
                    </a:moveTo>
                    <a:cubicBezTo>
                      <a:pt x="70" y="67"/>
                      <a:pt x="69" y="73"/>
                      <a:pt x="67" y="77"/>
                    </a:cubicBezTo>
                    <a:cubicBezTo>
                      <a:pt x="65" y="82"/>
                      <a:pt x="61" y="85"/>
                      <a:pt x="56" y="88"/>
                    </a:cubicBezTo>
                    <a:cubicBezTo>
                      <a:pt x="51" y="91"/>
                      <a:pt x="45" y="93"/>
                      <a:pt x="38" y="93"/>
                    </a:cubicBezTo>
                    <a:cubicBezTo>
                      <a:pt x="32" y="93"/>
                      <a:pt x="27" y="91"/>
                      <a:pt x="23" y="88"/>
                    </a:cubicBezTo>
                    <a:cubicBezTo>
                      <a:pt x="20" y="85"/>
                      <a:pt x="18" y="81"/>
                      <a:pt x="18" y="77"/>
                    </a:cubicBezTo>
                    <a:cubicBezTo>
                      <a:pt x="18" y="74"/>
                      <a:pt x="19" y="71"/>
                      <a:pt x="20" y="69"/>
                    </a:cubicBezTo>
                    <a:cubicBezTo>
                      <a:pt x="22" y="66"/>
                      <a:pt x="24" y="64"/>
                      <a:pt x="27" y="63"/>
                    </a:cubicBezTo>
                    <a:cubicBezTo>
                      <a:pt x="30" y="62"/>
                      <a:pt x="35" y="61"/>
                      <a:pt x="42" y="60"/>
                    </a:cubicBezTo>
                    <a:cubicBezTo>
                      <a:pt x="54" y="58"/>
                      <a:pt x="64" y="56"/>
                      <a:pt x="70" y="53"/>
                    </a:cubicBezTo>
                    <a:lnTo>
                      <a:pt x="70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9" name="íślîḍe"/>
              <p:cNvSpPr/>
              <p:nvPr/>
            </p:nvSpPr>
            <p:spPr bwMode="auto">
              <a:xfrm>
                <a:off x="7693025" y="4257675"/>
                <a:ext cx="57150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0" name="ïśļídê"/>
              <p:cNvSpPr/>
              <p:nvPr/>
            </p:nvSpPr>
            <p:spPr bwMode="auto">
              <a:xfrm>
                <a:off x="7693025" y="4386263"/>
                <a:ext cx="57150" cy="3333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1" name="iṡļíḍe"/>
              <p:cNvSpPr/>
              <p:nvPr/>
            </p:nvSpPr>
            <p:spPr bwMode="auto">
              <a:xfrm>
                <a:off x="8023225" y="4257675"/>
                <a:ext cx="361950" cy="468313"/>
              </a:xfrm>
              <a:custGeom>
                <a:avLst/>
                <a:gdLst>
                  <a:gd name="T0" fmla="*/ 91 w 110"/>
                  <a:gd name="T1" fmla="*/ 81 h 142"/>
                  <a:gd name="T2" fmla="*/ 83 w 110"/>
                  <a:gd name="T3" fmla="*/ 116 h 142"/>
                  <a:gd name="T4" fmla="*/ 54 w 110"/>
                  <a:gd name="T5" fmla="*/ 126 h 142"/>
                  <a:gd name="T6" fmla="*/ 34 w 110"/>
                  <a:gd name="T7" fmla="*/ 121 h 142"/>
                  <a:gd name="T8" fmla="*/ 22 w 110"/>
                  <a:gd name="T9" fmla="*/ 108 h 142"/>
                  <a:gd name="T10" fmla="*/ 19 w 110"/>
                  <a:gd name="T11" fmla="*/ 81 h 142"/>
                  <a:gd name="T12" fmla="*/ 19 w 110"/>
                  <a:gd name="T13" fmla="*/ 0 h 142"/>
                  <a:gd name="T14" fmla="*/ 0 w 110"/>
                  <a:gd name="T15" fmla="*/ 0 h 142"/>
                  <a:gd name="T16" fmla="*/ 0 w 110"/>
                  <a:gd name="T17" fmla="*/ 81 h 142"/>
                  <a:gd name="T18" fmla="*/ 5 w 110"/>
                  <a:gd name="T19" fmla="*/ 116 h 142"/>
                  <a:gd name="T20" fmla="*/ 23 w 110"/>
                  <a:gd name="T21" fmla="*/ 135 h 142"/>
                  <a:gd name="T22" fmla="*/ 55 w 110"/>
                  <a:gd name="T23" fmla="*/ 142 h 142"/>
                  <a:gd name="T24" fmla="*/ 88 w 110"/>
                  <a:gd name="T25" fmla="*/ 134 h 142"/>
                  <a:gd name="T26" fmla="*/ 105 w 110"/>
                  <a:gd name="T27" fmla="*/ 114 h 142"/>
                  <a:gd name="T28" fmla="*/ 110 w 110"/>
                  <a:gd name="T29" fmla="*/ 81 h 142"/>
                  <a:gd name="T30" fmla="*/ 110 w 110"/>
                  <a:gd name="T31" fmla="*/ 0 h 142"/>
                  <a:gd name="T32" fmla="*/ 91 w 110"/>
                  <a:gd name="T33" fmla="*/ 0 h 142"/>
                  <a:gd name="T34" fmla="*/ 91 w 110"/>
                  <a:gd name="T35" fmla="*/ 81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0" h="142">
                    <a:moveTo>
                      <a:pt x="91" y="81"/>
                    </a:moveTo>
                    <a:cubicBezTo>
                      <a:pt x="91" y="98"/>
                      <a:pt x="89" y="110"/>
                      <a:pt x="83" y="116"/>
                    </a:cubicBezTo>
                    <a:cubicBezTo>
                      <a:pt x="77" y="123"/>
                      <a:pt x="67" y="126"/>
                      <a:pt x="54" y="126"/>
                    </a:cubicBezTo>
                    <a:cubicBezTo>
                      <a:pt x="46" y="126"/>
                      <a:pt x="39" y="124"/>
                      <a:pt x="34" y="121"/>
                    </a:cubicBezTo>
                    <a:cubicBezTo>
                      <a:pt x="28" y="118"/>
                      <a:pt x="24" y="113"/>
                      <a:pt x="22" y="108"/>
                    </a:cubicBezTo>
                    <a:cubicBezTo>
                      <a:pt x="20" y="102"/>
                      <a:pt x="19" y="93"/>
                      <a:pt x="19" y="8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6"/>
                      <a:pt x="2" y="107"/>
                      <a:pt x="5" y="116"/>
                    </a:cubicBezTo>
                    <a:cubicBezTo>
                      <a:pt x="9" y="124"/>
                      <a:pt x="15" y="131"/>
                      <a:pt x="23" y="135"/>
                    </a:cubicBezTo>
                    <a:cubicBezTo>
                      <a:pt x="32" y="140"/>
                      <a:pt x="42" y="142"/>
                      <a:pt x="55" y="142"/>
                    </a:cubicBezTo>
                    <a:cubicBezTo>
                      <a:pt x="69" y="142"/>
                      <a:pt x="80" y="140"/>
                      <a:pt x="88" y="134"/>
                    </a:cubicBezTo>
                    <a:cubicBezTo>
                      <a:pt x="96" y="129"/>
                      <a:pt x="102" y="123"/>
                      <a:pt x="105" y="114"/>
                    </a:cubicBezTo>
                    <a:cubicBezTo>
                      <a:pt x="108" y="106"/>
                      <a:pt x="110" y="95"/>
                      <a:pt x="110" y="81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91" y="0"/>
                      <a:pt x="91" y="0"/>
                      <a:pt x="91" y="0"/>
                    </a:cubicBezTo>
                    <a:lnTo>
                      <a:pt x="91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2" name="ïsliďê"/>
              <p:cNvSpPr/>
              <p:nvPr/>
            </p:nvSpPr>
            <p:spPr bwMode="auto">
              <a:xfrm>
                <a:off x="8513763" y="4376738"/>
                <a:ext cx="274638" cy="342900"/>
              </a:xfrm>
              <a:custGeom>
                <a:avLst/>
                <a:gdLst>
                  <a:gd name="T0" fmla="*/ 76 w 83"/>
                  <a:gd name="T1" fmla="*/ 12 h 104"/>
                  <a:gd name="T2" fmla="*/ 65 w 83"/>
                  <a:gd name="T3" fmla="*/ 4 h 104"/>
                  <a:gd name="T4" fmla="*/ 48 w 83"/>
                  <a:gd name="T5" fmla="*/ 0 h 104"/>
                  <a:gd name="T6" fmla="*/ 16 w 83"/>
                  <a:gd name="T7" fmla="*/ 17 h 104"/>
                  <a:gd name="T8" fmla="*/ 16 w 83"/>
                  <a:gd name="T9" fmla="*/ 3 h 104"/>
                  <a:gd name="T10" fmla="*/ 0 w 83"/>
                  <a:gd name="T11" fmla="*/ 3 h 104"/>
                  <a:gd name="T12" fmla="*/ 0 w 83"/>
                  <a:gd name="T13" fmla="*/ 104 h 104"/>
                  <a:gd name="T14" fmla="*/ 18 w 83"/>
                  <a:gd name="T15" fmla="*/ 104 h 104"/>
                  <a:gd name="T16" fmla="*/ 18 w 83"/>
                  <a:gd name="T17" fmla="*/ 49 h 104"/>
                  <a:gd name="T18" fmla="*/ 26 w 83"/>
                  <a:gd name="T19" fmla="*/ 22 h 104"/>
                  <a:gd name="T20" fmla="*/ 44 w 83"/>
                  <a:gd name="T21" fmla="*/ 15 h 104"/>
                  <a:gd name="T22" fmla="*/ 56 w 83"/>
                  <a:gd name="T23" fmla="*/ 18 h 104"/>
                  <a:gd name="T24" fmla="*/ 64 w 83"/>
                  <a:gd name="T25" fmla="*/ 27 h 104"/>
                  <a:gd name="T26" fmla="*/ 66 w 83"/>
                  <a:gd name="T27" fmla="*/ 42 h 104"/>
                  <a:gd name="T28" fmla="*/ 66 w 83"/>
                  <a:gd name="T29" fmla="*/ 104 h 104"/>
                  <a:gd name="T30" fmla="*/ 83 w 83"/>
                  <a:gd name="T31" fmla="*/ 104 h 104"/>
                  <a:gd name="T32" fmla="*/ 83 w 83"/>
                  <a:gd name="T33" fmla="*/ 42 h 104"/>
                  <a:gd name="T34" fmla="*/ 82 w 83"/>
                  <a:gd name="T35" fmla="*/ 25 h 104"/>
                  <a:gd name="T36" fmla="*/ 76 w 83"/>
                  <a:gd name="T3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3" h="104">
                    <a:moveTo>
                      <a:pt x="76" y="12"/>
                    </a:moveTo>
                    <a:cubicBezTo>
                      <a:pt x="74" y="9"/>
                      <a:pt x="70" y="6"/>
                      <a:pt x="65" y="4"/>
                    </a:cubicBezTo>
                    <a:cubicBezTo>
                      <a:pt x="60" y="1"/>
                      <a:pt x="54" y="0"/>
                      <a:pt x="48" y="0"/>
                    </a:cubicBezTo>
                    <a:cubicBezTo>
                      <a:pt x="34" y="0"/>
                      <a:pt x="23" y="6"/>
                      <a:pt x="16" y="17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" y="104"/>
                      <a:pt x="18" y="104"/>
                      <a:pt x="18" y="104"/>
                    </a:cubicBezTo>
                    <a:cubicBezTo>
                      <a:pt x="18" y="49"/>
                      <a:pt x="18" y="49"/>
                      <a:pt x="18" y="49"/>
                    </a:cubicBezTo>
                    <a:cubicBezTo>
                      <a:pt x="18" y="36"/>
                      <a:pt x="20" y="27"/>
                      <a:pt x="26" y="22"/>
                    </a:cubicBezTo>
                    <a:cubicBezTo>
                      <a:pt x="31" y="18"/>
                      <a:pt x="37" y="15"/>
                      <a:pt x="44" y="15"/>
                    </a:cubicBezTo>
                    <a:cubicBezTo>
                      <a:pt x="49" y="15"/>
                      <a:pt x="53" y="16"/>
                      <a:pt x="56" y="18"/>
                    </a:cubicBezTo>
                    <a:cubicBezTo>
                      <a:pt x="60" y="20"/>
                      <a:pt x="62" y="23"/>
                      <a:pt x="64" y="27"/>
                    </a:cubicBezTo>
                    <a:cubicBezTo>
                      <a:pt x="65" y="30"/>
                      <a:pt x="66" y="35"/>
                      <a:pt x="66" y="42"/>
                    </a:cubicBezTo>
                    <a:cubicBezTo>
                      <a:pt x="66" y="104"/>
                      <a:pt x="66" y="104"/>
                      <a:pt x="66" y="104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83" y="34"/>
                      <a:pt x="82" y="28"/>
                      <a:pt x="82" y="25"/>
                    </a:cubicBezTo>
                    <a:cubicBezTo>
                      <a:pt x="81" y="20"/>
                      <a:pt x="79" y="16"/>
                      <a:pt x="7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3" name="íṩ1íḑe"/>
              <p:cNvSpPr/>
              <p:nvPr/>
            </p:nvSpPr>
            <p:spPr bwMode="auto">
              <a:xfrm>
                <a:off x="8910638" y="4257675"/>
                <a:ext cx="55563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4" name="iṩļïḋe"/>
              <p:cNvSpPr/>
              <p:nvPr/>
            </p:nvSpPr>
            <p:spPr bwMode="auto">
              <a:xfrm>
                <a:off x="8910638" y="4386263"/>
                <a:ext cx="55563" cy="3333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5" name="îš1iďé"/>
              <p:cNvSpPr/>
              <p:nvPr/>
            </p:nvSpPr>
            <p:spPr bwMode="auto">
              <a:xfrm>
                <a:off x="9055100" y="4386263"/>
                <a:ext cx="306388" cy="333375"/>
              </a:xfrm>
              <a:custGeom>
                <a:avLst/>
                <a:gdLst>
                  <a:gd name="T0" fmla="*/ 52 w 93"/>
                  <a:gd name="T1" fmla="*/ 61 h 101"/>
                  <a:gd name="T2" fmla="*/ 46 w 93"/>
                  <a:gd name="T3" fmla="*/ 81 h 101"/>
                  <a:gd name="T4" fmla="*/ 40 w 93"/>
                  <a:gd name="T5" fmla="*/ 60 h 101"/>
                  <a:gd name="T6" fmla="*/ 18 w 93"/>
                  <a:gd name="T7" fmla="*/ 0 h 101"/>
                  <a:gd name="T8" fmla="*/ 0 w 93"/>
                  <a:gd name="T9" fmla="*/ 0 h 101"/>
                  <a:gd name="T10" fmla="*/ 38 w 93"/>
                  <a:gd name="T11" fmla="*/ 101 h 101"/>
                  <a:gd name="T12" fmla="*/ 54 w 93"/>
                  <a:gd name="T13" fmla="*/ 101 h 101"/>
                  <a:gd name="T14" fmla="*/ 93 w 93"/>
                  <a:gd name="T15" fmla="*/ 0 h 101"/>
                  <a:gd name="T16" fmla="*/ 75 w 93"/>
                  <a:gd name="T17" fmla="*/ 0 h 101"/>
                  <a:gd name="T18" fmla="*/ 52 w 93"/>
                  <a:gd name="T19" fmla="*/ 6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101">
                    <a:moveTo>
                      <a:pt x="52" y="61"/>
                    </a:moveTo>
                    <a:cubicBezTo>
                      <a:pt x="50" y="69"/>
                      <a:pt x="48" y="75"/>
                      <a:pt x="46" y="81"/>
                    </a:cubicBezTo>
                    <a:cubicBezTo>
                      <a:pt x="44" y="74"/>
                      <a:pt x="42" y="67"/>
                      <a:pt x="40" y="6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8" y="101"/>
                      <a:pt x="38" y="101"/>
                      <a:pt x="38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75" y="0"/>
                      <a:pt x="75" y="0"/>
                      <a:pt x="75" y="0"/>
                    </a:cubicBezTo>
                    <a:lnTo>
                      <a:pt x="52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6" name="iṩḷïdè"/>
              <p:cNvSpPr/>
              <p:nvPr/>
            </p:nvSpPr>
            <p:spPr bwMode="auto">
              <a:xfrm>
                <a:off x="9428163" y="4376738"/>
                <a:ext cx="306388" cy="349250"/>
              </a:xfrm>
              <a:custGeom>
                <a:avLst/>
                <a:gdLst>
                  <a:gd name="T0" fmla="*/ 47 w 93"/>
                  <a:gd name="T1" fmla="*/ 0 h 106"/>
                  <a:gd name="T2" fmla="*/ 13 w 93"/>
                  <a:gd name="T3" fmla="*/ 14 h 106"/>
                  <a:gd name="T4" fmla="*/ 0 w 93"/>
                  <a:gd name="T5" fmla="*/ 54 h 106"/>
                  <a:gd name="T6" fmla="*/ 13 w 93"/>
                  <a:gd name="T7" fmla="*/ 92 h 106"/>
                  <a:gd name="T8" fmla="*/ 48 w 93"/>
                  <a:gd name="T9" fmla="*/ 106 h 106"/>
                  <a:gd name="T10" fmla="*/ 77 w 93"/>
                  <a:gd name="T11" fmla="*/ 98 h 106"/>
                  <a:gd name="T12" fmla="*/ 93 w 93"/>
                  <a:gd name="T13" fmla="*/ 73 h 106"/>
                  <a:gd name="T14" fmla="*/ 75 w 93"/>
                  <a:gd name="T15" fmla="*/ 71 h 106"/>
                  <a:gd name="T16" fmla="*/ 64 w 93"/>
                  <a:gd name="T17" fmla="*/ 87 h 106"/>
                  <a:gd name="T18" fmla="*/ 48 w 93"/>
                  <a:gd name="T19" fmla="*/ 92 h 106"/>
                  <a:gd name="T20" fmla="*/ 27 w 93"/>
                  <a:gd name="T21" fmla="*/ 83 h 106"/>
                  <a:gd name="T22" fmla="*/ 18 w 93"/>
                  <a:gd name="T23" fmla="*/ 58 h 106"/>
                  <a:gd name="T24" fmla="*/ 93 w 93"/>
                  <a:gd name="T25" fmla="*/ 58 h 106"/>
                  <a:gd name="T26" fmla="*/ 93 w 93"/>
                  <a:gd name="T27" fmla="*/ 53 h 106"/>
                  <a:gd name="T28" fmla="*/ 80 w 93"/>
                  <a:gd name="T29" fmla="*/ 14 h 106"/>
                  <a:gd name="T30" fmla="*/ 47 w 93"/>
                  <a:gd name="T31" fmla="*/ 0 h 106"/>
                  <a:gd name="T32" fmla="*/ 19 w 93"/>
                  <a:gd name="T33" fmla="*/ 43 h 106"/>
                  <a:gd name="T34" fmla="*/ 28 w 93"/>
                  <a:gd name="T35" fmla="*/ 22 h 106"/>
                  <a:gd name="T36" fmla="*/ 47 w 93"/>
                  <a:gd name="T37" fmla="*/ 14 h 106"/>
                  <a:gd name="T38" fmla="*/ 69 w 93"/>
                  <a:gd name="T39" fmla="*/ 24 h 106"/>
                  <a:gd name="T40" fmla="*/ 75 w 93"/>
                  <a:gd name="T41" fmla="*/ 43 h 106"/>
                  <a:gd name="T42" fmla="*/ 19 w 93"/>
                  <a:gd name="T43" fmla="*/ 4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3" h="106">
                    <a:moveTo>
                      <a:pt x="47" y="0"/>
                    </a:moveTo>
                    <a:cubicBezTo>
                      <a:pt x="33" y="0"/>
                      <a:pt x="22" y="5"/>
                      <a:pt x="13" y="14"/>
                    </a:cubicBezTo>
                    <a:cubicBezTo>
                      <a:pt x="4" y="24"/>
                      <a:pt x="0" y="37"/>
                      <a:pt x="0" y="54"/>
                    </a:cubicBezTo>
                    <a:cubicBezTo>
                      <a:pt x="0" y="71"/>
                      <a:pt x="4" y="83"/>
                      <a:pt x="13" y="92"/>
                    </a:cubicBezTo>
                    <a:cubicBezTo>
                      <a:pt x="22" y="102"/>
                      <a:pt x="33" y="106"/>
                      <a:pt x="48" y="106"/>
                    </a:cubicBezTo>
                    <a:cubicBezTo>
                      <a:pt x="60" y="106"/>
                      <a:pt x="70" y="103"/>
                      <a:pt x="77" y="98"/>
                    </a:cubicBezTo>
                    <a:cubicBezTo>
                      <a:pt x="85" y="92"/>
                      <a:pt x="90" y="84"/>
                      <a:pt x="93" y="73"/>
                    </a:cubicBezTo>
                    <a:cubicBezTo>
                      <a:pt x="75" y="71"/>
                      <a:pt x="75" y="71"/>
                      <a:pt x="75" y="71"/>
                    </a:cubicBezTo>
                    <a:cubicBezTo>
                      <a:pt x="72" y="79"/>
                      <a:pt x="69" y="84"/>
                      <a:pt x="64" y="87"/>
                    </a:cubicBezTo>
                    <a:cubicBezTo>
                      <a:pt x="60" y="90"/>
                      <a:pt x="55" y="92"/>
                      <a:pt x="48" y="92"/>
                    </a:cubicBezTo>
                    <a:cubicBezTo>
                      <a:pt x="40" y="92"/>
                      <a:pt x="33" y="89"/>
                      <a:pt x="27" y="83"/>
                    </a:cubicBezTo>
                    <a:cubicBezTo>
                      <a:pt x="21" y="77"/>
                      <a:pt x="18" y="69"/>
                      <a:pt x="18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6"/>
                      <a:pt x="93" y="54"/>
                      <a:pt x="93" y="53"/>
                    </a:cubicBezTo>
                    <a:cubicBezTo>
                      <a:pt x="93" y="36"/>
                      <a:pt x="89" y="23"/>
                      <a:pt x="80" y="14"/>
                    </a:cubicBezTo>
                    <a:cubicBezTo>
                      <a:pt x="72" y="5"/>
                      <a:pt x="61" y="0"/>
                      <a:pt x="47" y="0"/>
                    </a:cubicBezTo>
                    <a:close/>
                    <a:moveTo>
                      <a:pt x="19" y="43"/>
                    </a:moveTo>
                    <a:cubicBezTo>
                      <a:pt x="19" y="35"/>
                      <a:pt x="22" y="28"/>
                      <a:pt x="28" y="22"/>
                    </a:cubicBezTo>
                    <a:cubicBezTo>
                      <a:pt x="33" y="17"/>
                      <a:pt x="40" y="14"/>
                      <a:pt x="47" y="14"/>
                    </a:cubicBezTo>
                    <a:cubicBezTo>
                      <a:pt x="56" y="14"/>
                      <a:pt x="63" y="18"/>
                      <a:pt x="69" y="24"/>
                    </a:cubicBezTo>
                    <a:cubicBezTo>
                      <a:pt x="72" y="29"/>
                      <a:pt x="74" y="35"/>
                      <a:pt x="75" y="43"/>
                    </a:cubicBezTo>
                    <a:lnTo>
                      <a:pt x="19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7" name="íŝḷíďé"/>
              <p:cNvSpPr/>
              <p:nvPr/>
            </p:nvSpPr>
            <p:spPr bwMode="auto">
              <a:xfrm>
                <a:off x="9839325" y="4376738"/>
                <a:ext cx="182563" cy="342900"/>
              </a:xfrm>
              <a:custGeom>
                <a:avLst/>
                <a:gdLst>
                  <a:gd name="T0" fmla="*/ 26 w 55"/>
                  <a:gd name="T1" fmla="*/ 4 h 104"/>
                  <a:gd name="T2" fmla="*/ 15 w 55"/>
                  <a:gd name="T3" fmla="*/ 18 h 104"/>
                  <a:gd name="T4" fmla="*/ 15 w 55"/>
                  <a:gd name="T5" fmla="*/ 3 h 104"/>
                  <a:gd name="T6" fmla="*/ 0 w 55"/>
                  <a:gd name="T7" fmla="*/ 3 h 104"/>
                  <a:gd name="T8" fmla="*/ 0 w 55"/>
                  <a:gd name="T9" fmla="*/ 104 h 104"/>
                  <a:gd name="T10" fmla="*/ 17 w 55"/>
                  <a:gd name="T11" fmla="*/ 104 h 104"/>
                  <a:gd name="T12" fmla="*/ 17 w 55"/>
                  <a:gd name="T13" fmla="*/ 51 h 104"/>
                  <a:gd name="T14" fmla="*/ 20 w 55"/>
                  <a:gd name="T15" fmla="*/ 31 h 104"/>
                  <a:gd name="T16" fmla="*/ 26 w 55"/>
                  <a:gd name="T17" fmla="*/ 21 h 104"/>
                  <a:gd name="T18" fmla="*/ 36 w 55"/>
                  <a:gd name="T19" fmla="*/ 18 h 104"/>
                  <a:gd name="T20" fmla="*/ 49 w 55"/>
                  <a:gd name="T21" fmla="*/ 22 h 104"/>
                  <a:gd name="T22" fmla="*/ 55 w 55"/>
                  <a:gd name="T23" fmla="*/ 6 h 104"/>
                  <a:gd name="T24" fmla="*/ 37 w 55"/>
                  <a:gd name="T25" fmla="*/ 0 h 104"/>
                  <a:gd name="T26" fmla="*/ 26 w 55"/>
                  <a:gd name="T27" fmla="*/ 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104">
                    <a:moveTo>
                      <a:pt x="26" y="4"/>
                    </a:moveTo>
                    <a:cubicBezTo>
                      <a:pt x="23" y="6"/>
                      <a:pt x="19" y="11"/>
                      <a:pt x="15" y="18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7" y="44"/>
                      <a:pt x="18" y="37"/>
                      <a:pt x="20" y="31"/>
                    </a:cubicBezTo>
                    <a:cubicBezTo>
                      <a:pt x="21" y="27"/>
                      <a:pt x="23" y="24"/>
                      <a:pt x="26" y="21"/>
                    </a:cubicBezTo>
                    <a:cubicBezTo>
                      <a:pt x="29" y="19"/>
                      <a:pt x="33" y="18"/>
                      <a:pt x="36" y="18"/>
                    </a:cubicBezTo>
                    <a:cubicBezTo>
                      <a:pt x="41" y="18"/>
                      <a:pt x="45" y="19"/>
                      <a:pt x="49" y="22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49" y="2"/>
                      <a:pt x="43" y="0"/>
                      <a:pt x="37" y="0"/>
                    </a:cubicBezTo>
                    <a:cubicBezTo>
                      <a:pt x="33" y="0"/>
                      <a:pt x="30" y="1"/>
                      <a:pt x="2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8" name="ïsľíḋê"/>
              <p:cNvSpPr/>
              <p:nvPr/>
            </p:nvSpPr>
            <p:spPr bwMode="auto">
              <a:xfrm>
                <a:off x="10067925" y="4376738"/>
                <a:ext cx="276225" cy="349250"/>
              </a:xfrm>
              <a:custGeom>
                <a:avLst/>
                <a:gdLst>
                  <a:gd name="T0" fmla="*/ 69 w 84"/>
                  <a:gd name="T1" fmla="*/ 50 h 106"/>
                  <a:gd name="T2" fmla="*/ 43 w 84"/>
                  <a:gd name="T3" fmla="*/ 42 h 106"/>
                  <a:gd name="T4" fmla="*/ 28 w 84"/>
                  <a:gd name="T5" fmla="*/ 38 h 106"/>
                  <a:gd name="T6" fmla="*/ 22 w 84"/>
                  <a:gd name="T7" fmla="*/ 34 h 106"/>
                  <a:gd name="T8" fmla="*/ 20 w 84"/>
                  <a:gd name="T9" fmla="*/ 27 h 106"/>
                  <a:gd name="T10" fmla="*/ 25 w 84"/>
                  <a:gd name="T11" fmla="*/ 18 h 106"/>
                  <a:gd name="T12" fmla="*/ 42 w 84"/>
                  <a:gd name="T13" fmla="*/ 14 h 106"/>
                  <a:gd name="T14" fmla="*/ 57 w 84"/>
                  <a:gd name="T15" fmla="*/ 19 h 106"/>
                  <a:gd name="T16" fmla="*/ 64 w 84"/>
                  <a:gd name="T17" fmla="*/ 31 h 106"/>
                  <a:gd name="T18" fmla="*/ 80 w 84"/>
                  <a:gd name="T19" fmla="*/ 29 h 106"/>
                  <a:gd name="T20" fmla="*/ 75 w 84"/>
                  <a:gd name="T21" fmla="*/ 13 h 106"/>
                  <a:gd name="T22" fmla="*/ 61 w 84"/>
                  <a:gd name="T23" fmla="*/ 4 h 106"/>
                  <a:gd name="T24" fmla="*/ 40 w 84"/>
                  <a:gd name="T25" fmla="*/ 0 h 106"/>
                  <a:gd name="T26" fmla="*/ 25 w 84"/>
                  <a:gd name="T27" fmla="*/ 2 h 106"/>
                  <a:gd name="T28" fmla="*/ 15 w 84"/>
                  <a:gd name="T29" fmla="*/ 7 h 106"/>
                  <a:gd name="T30" fmla="*/ 6 w 84"/>
                  <a:gd name="T31" fmla="*/ 17 h 106"/>
                  <a:gd name="T32" fmla="*/ 3 w 84"/>
                  <a:gd name="T33" fmla="*/ 30 h 106"/>
                  <a:gd name="T34" fmla="*/ 7 w 84"/>
                  <a:gd name="T35" fmla="*/ 43 h 106"/>
                  <a:gd name="T36" fmla="*/ 18 w 84"/>
                  <a:gd name="T37" fmla="*/ 53 h 106"/>
                  <a:gd name="T38" fmla="*/ 44 w 84"/>
                  <a:gd name="T39" fmla="*/ 61 h 106"/>
                  <a:gd name="T40" fmla="*/ 62 w 84"/>
                  <a:gd name="T41" fmla="*/ 67 h 106"/>
                  <a:gd name="T42" fmla="*/ 67 w 84"/>
                  <a:gd name="T43" fmla="*/ 76 h 106"/>
                  <a:gd name="T44" fmla="*/ 61 w 84"/>
                  <a:gd name="T45" fmla="*/ 87 h 106"/>
                  <a:gd name="T46" fmla="*/ 43 w 84"/>
                  <a:gd name="T47" fmla="*/ 92 h 106"/>
                  <a:gd name="T48" fmla="*/ 25 w 84"/>
                  <a:gd name="T49" fmla="*/ 87 h 106"/>
                  <a:gd name="T50" fmla="*/ 17 w 84"/>
                  <a:gd name="T51" fmla="*/ 71 h 106"/>
                  <a:gd name="T52" fmla="*/ 0 w 84"/>
                  <a:gd name="T53" fmla="*/ 74 h 106"/>
                  <a:gd name="T54" fmla="*/ 13 w 84"/>
                  <a:gd name="T55" fmla="*/ 98 h 106"/>
                  <a:gd name="T56" fmla="*/ 43 w 84"/>
                  <a:gd name="T57" fmla="*/ 106 h 106"/>
                  <a:gd name="T58" fmla="*/ 65 w 84"/>
                  <a:gd name="T59" fmla="*/ 102 h 106"/>
                  <a:gd name="T60" fmla="*/ 79 w 84"/>
                  <a:gd name="T61" fmla="*/ 90 h 106"/>
                  <a:gd name="T62" fmla="*/ 84 w 84"/>
                  <a:gd name="T63" fmla="*/ 74 h 106"/>
                  <a:gd name="T64" fmla="*/ 80 w 84"/>
                  <a:gd name="T65" fmla="*/ 59 h 106"/>
                  <a:gd name="T66" fmla="*/ 69 w 84"/>
                  <a:gd name="T67" fmla="*/ 5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106">
                    <a:moveTo>
                      <a:pt x="69" y="50"/>
                    </a:moveTo>
                    <a:cubicBezTo>
                      <a:pt x="64" y="48"/>
                      <a:pt x="56" y="46"/>
                      <a:pt x="43" y="42"/>
                    </a:cubicBezTo>
                    <a:cubicBezTo>
                      <a:pt x="35" y="40"/>
                      <a:pt x="30" y="39"/>
                      <a:pt x="28" y="38"/>
                    </a:cubicBezTo>
                    <a:cubicBezTo>
                      <a:pt x="25" y="37"/>
                      <a:pt x="23" y="35"/>
                      <a:pt x="22" y="34"/>
                    </a:cubicBezTo>
                    <a:cubicBezTo>
                      <a:pt x="20" y="32"/>
                      <a:pt x="20" y="30"/>
                      <a:pt x="20" y="27"/>
                    </a:cubicBezTo>
                    <a:cubicBezTo>
                      <a:pt x="20" y="24"/>
                      <a:pt x="21" y="21"/>
                      <a:pt x="25" y="18"/>
                    </a:cubicBezTo>
                    <a:cubicBezTo>
                      <a:pt x="28" y="16"/>
                      <a:pt x="34" y="14"/>
                      <a:pt x="42" y="14"/>
                    </a:cubicBezTo>
                    <a:cubicBezTo>
                      <a:pt x="48" y="14"/>
                      <a:pt x="53" y="16"/>
                      <a:pt x="57" y="19"/>
                    </a:cubicBezTo>
                    <a:cubicBezTo>
                      <a:pt x="61" y="22"/>
                      <a:pt x="63" y="26"/>
                      <a:pt x="64" y="31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79" y="22"/>
                      <a:pt x="77" y="17"/>
                      <a:pt x="75" y="13"/>
                    </a:cubicBezTo>
                    <a:cubicBezTo>
                      <a:pt x="72" y="9"/>
                      <a:pt x="67" y="6"/>
                      <a:pt x="61" y="4"/>
                    </a:cubicBezTo>
                    <a:cubicBezTo>
                      <a:pt x="55" y="1"/>
                      <a:pt x="48" y="0"/>
                      <a:pt x="40" y="0"/>
                    </a:cubicBezTo>
                    <a:cubicBezTo>
                      <a:pt x="35" y="0"/>
                      <a:pt x="30" y="1"/>
                      <a:pt x="25" y="2"/>
                    </a:cubicBezTo>
                    <a:cubicBezTo>
                      <a:pt x="21" y="4"/>
                      <a:pt x="17" y="5"/>
                      <a:pt x="15" y="7"/>
                    </a:cubicBezTo>
                    <a:cubicBezTo>
                      <a:pt x="11" y="10"/>
                      <a:pt x="8" y="13"/>
                      <a:pt x="6" y="17"/>
                    </a:cubicBezTo>
                    <a:cubicBezTo>
                      <a:pt x="4" y="21"/>
                      <a:pt x="3" y="25"/>
                      <a:pt x="3" y="30"/>
                    </a:cubicBezTo>
                    <a:cubicBezTo>
                      <a:pt x="3" y="34"/>
                      <a:pt x="4" y="39"/>
                      <a:pt x="7" y="43"/>
                    </a:cubicBezTo>
                    <a:cubicBezTo>
                      <a:pt x="9" y="47"/>
                      <a:pt x="13" y="50"/>
                      <a:pt x="18" y="53"/>
                    </a:cubicBezTo>
                    <a:cubicBezTo>
                      <a:pt x="23" y="55"/>
                      <a:pt x="31" y="58"/>
                      <a:pt x="44" y="61"/>
                    </a:cubicBezTo>
                    <a:cubicBezTo>
                      <a:pt x="53" y="63"/>
                      <a:pt x="59" y="65"/>
                      <a:pt x="62" y="67"/>
                    </a:cubicBezTo>
                    <a:cubicBezTo>
                      <a:pt x="65" y="69"/>
                      <a:pt x="67" y="72"/>
                      <a:pt x="67" y="76"/>
                    </a:cubicBezTo>
                    <a:cubicBezTo>
                      <a:pt x="67" y="80"/>
                      <a:pt x="65" y="84"/>
                      <a:pt x="61" y="87"/>
                    </a:cubicBezTo>
                    <a:cubicBezTo>
                      <a:pt x="57" y="90"/>
                      <a:pt x="51" y="92"/>
                      <a:pt x="43" y="92"/>
                    </a:cubicBezTo>
                    <a:cubicBezTo>
                      <a:pt x="36" y="92"/>
                      <a:pt x="29" y="90"/>
                      <a:pt x="25" y="87"/>
                    </a:cubicBezTo>
                    <a:cubicBezTo>
                      <a:pt x="21" y="83"/>
                      <a:pt x="18" y="78"/>
                      <a:pt x="17" y="71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2" y="84"/>
                      <a:pt x="6" y="92"/>
                      <a:pt x="13" y="98"/>
                    </a:cubicBezTo>
                    <a:cubicBezTo>
                      <a:pt x="20" y="103"/>
                      <a:pt x="30" y="106"/>
                      <a:pt x="43" y="106"/>
                    </a:cubicBezTo>
                    <a:cubicBezTo>
                      <a:pt x="51" y="106"/>
                      <a:pt x="59" y="105"/>
                      <a:pt x="65" y="102"/>
                    </a:cubicBezTo>
                    <a:cubicBezTo>
                      <a:pt x="71" y="99"/>
                      <a:pt x="76" y="95"/>
                      <a:pt x="79" y="90"/>
                    </a:cubicBezTo>
                    <a:cubicBezTo>
                      <a:pt x="83" y="85"/>
                      <a:pt x="84" y="80"/>
                      <a:pt x="84" y="74"/>
                    </a:cubicBezTo>
                    <a:cubicBezTo>
                      <a:pt x="84" y="68"/>
                      <a:pt x="83" y="63"/>
                      <a:pt x="80" y="59"/>
                    </a:cubicBezTo>
                    <a:cubicBezTo>
                      <a:pt x="77" y="56"/>
                      <a:pt x="74" y="52"/>
                      <a:pt x="69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9" name="iṩḷíḍé"/>
              <p:cNvSpPr/>
              <p:nvPr/>
            </p:nvSpPr>
            <p:spPr bwMode="auto">
              <a:xfrm>
                <a:off x="10450513" y="4257675"/>
                <a:ext cx="55563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70" name="iṩ1íḑè"/>
              <p:cNvSpPr/>
              <p:nvPr/>
            </p:nvSpPr>
            <p:spPr bwMode="auto">
              <a:xfrm>
                <a:off x="10450513" y="4386263"/>
                <a:ext cx="55563" cy="3333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71" name="ïŝlïḋè"/>
              <p:cNvSpPr/>
              <p:nvPr/>
            </p:nvSpPr>
            <p:spPr bwMode="auto">
              <a:xfrm>
                <a:off x="10594975" y="4268788"/>
                <a:ext cx="165100" cy="454025"/>
              </a:xfrm>
              <a:custGeom>
                <a:avLst/>
                <a:gdLst>
                  <a:gd name="T0" fmla="*/ 40 w 50"/>
                  <a:gd name="T1" fmla="*/ 122 h 138"/>
                  <a:gd name="T2" fmla="*/ 34 w 50"/>
                  <a:gd name="T3" fmla="*/ 121 h 138"/>
                  <a:gd name="T4" fmla="*/ 31 w 50"/>
                  <a:gd name="T5" fmla="*/ 118 h 138"/>
                  <a:gd name="T6" fmla="*/ 30 w 50"/>
                  <a:gd name="T7" fmla="*/ 108 h 138"/>
                  <a:gd name="T8" fmla="*/ 30 w 50"/>
                  <a:gd name="T9" fmla="*/ 49 h 138"/>
                  <a:gd name="T10" fmla="*/ 47 w 50"/>
                  <a:gd name="T11" fmla="*/ 49 h 138"/>
                  <a:gd name="T12" fmla="*/ 47 w 50"/>
                  <a:gd name="T13" fmla="*/ 36 h 138"/>
                  <a:gd name="T14" fmla="*/ 30 w 50"/>
                  <a:gd name="T15" fmla="*/ 36 h 138"/>
                  <a:gd name="T16" fmla="*/ 30 w 50"/>
                  <a:gd name="T17" fmla="*/ 0 h 138"/>
                  <a:gd name="T18" fmla="*/ 13 w 50"/>
                  <a:gd name="T19" fmla="*/ 11 h 138"/>
                  <a:gd name="T20" fmla="*/ 13 w 50"/>
                  <a:gd name="T21" fmla="*/ 36 h 138"/>
                  <a:gd name="T22" fmla="*/ 0 w 50"/>
                  <a:gd name="T23" fmla="*/ 36 h 138"/>
                  <a:gd name="T24" fmla="*/ 0 w 50"/>
                  <a:gd name="T25" fmla="*/ 49 h 138"/>
                  <a:gd name="T26" fmla="*/ 13 w 50"/>
                  <a:gd name="T27" fmla="*/ 49 h 138"/>
                  <a:gd name="T28" fmla="*/ 13 w 50"/>
                  <a:gd name="T29" fmla="*/ 107 h 138"/>
                  <a:gd name="T30" fmla="*/ 15 w 50"/>
                  <a:gd name="T31" fmla="*/ 127 h 138"/>
                  <a:gd name="T32" fmla="*/ 22 w 50"/>
                  <a:gd name="T33" fmla="*/ 135 h 138"/>
                  <a:gd name="T34" fmla="*/ 37 w 50"/>
                  <a:gd name="T35" fmla="*/ 138 h 138"/>
                  <a:gd name="T36" fmla="*/ 50 w 50"/>
                  <a:gd name="T37" fmla="*/ 137 h 138"/>
                  <a:gd name="T38" fmla="*/ 47 w 50"/>
                  <a:gd name="T39" fmla="*/ 122 h 138"/>
                  <a:gd name="T40" fmla="*/ 40 w 50"/>
                  <a:gd name="T41" fmla="*/ 12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8">
                    <a:moveTo>
                      <a:pt x="40" y="122"/>
                    </a:moveTo>
                    <a:cubicBezTo>
                      <a:pt x="37" y="122"/>
                      <a:pt x="35" y="122"/>
                      <a:pt x="34" y="121"/>
                    </a:cubicBezTo>
                    <a:cubicBezTo>
                      <a:pt x="32" y="120"/>
                      <a:pt x="31" y="119"/>
                      <a:pt x="31" y="118"/>
                    </a:cubicBezTo>
                    <a:cubicBezTo>
                      <a:pt x="30" y="116"/>
                      <a:pt x="30" y="113"/>
                      <a:pt x="30" y="108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3" y="107"/>
                      <a:pt x="13" y="107"/>
                      <a:pt x="13" y="107"/>
                    </a:cubicBezTo>
                    <a:cubicBezTo>
                      <a:pt x="13" y="118"/>
                      <a:pt x="14" y="124"/>
                      <a:pt x="15" y="127"/>
                    </a:cubicBezTo>
                    <a:cubicBezTo>
                      <a:pt x="16" y="131"/>
                      <a:pt x="19" y="133"/>
                      <a:pt x="22" y="135"/>
                    </a:cubicBezTo>
                    <a:cubicBezTo>
                      <a:pt x="26" y="137"/>
                      <a:pt x="31" y="138"/>
                      <a:pt x="37" y="138"/>
                    </a:cubicBezTo>
                    <a:cubicBezTo>
                      <a:pt x="41" y="138"/>
                      <a:pt x="45" y="138"/>
                      <a:pt x="50" y="137"/>
                    </a:cubicBezTo>
                    <a:cubicBezTo>
                      <a:pt x="47" y="122"/>
                      <a:pt x="47" y="122"/>
                      <a:pt x="47" y="122"/>
                    </a:cubicBezTo>
                    <a:cubicBezTo>
                      <a:pt x="44" y="122"/>
                      <a:pt x="42" y="122"/>
                      <a:pt x="40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72" name="ïṣlîďê"/>
              <p:cNvSpPr/>
              <p:nvPr/>
            </p:nvSpPr>
            <p:spPr bwMode="auto">
              <a:xfrm>
                <a:off x="10809288" y="4386263"/>
                <a:ext cx="306388" cy="468313"/>
              </a:xfrm>
              <a:custGeom>
                <a:avLst/>
                <a:gdLst>
                  <a:gd name="T0" fmla="*/ 76 w 93"/>
                  <a:gd name="T1" fmla="*/ 0 h 142"/>
                  <a:gd name="T2" fmla="*/ 54 w 93"/>
                  <a:gd name="T3" fmla="*/ 59 h 142"/>
                  <a:gd name="T4" fmla="*/ 47 w 93"/>
                  <a:gd name="T5" fmla="*/ 82 h 142"/>
                  <a:gd name="T6" fmla="*/ 40 w 93"/>
                  <a:gd name="T7" fmla="*/ 58 h 142"/>
                  <a:gd name="T8" fmla="*/ 19 w 93"/>
                  <a:gd name="T9" fmla="*/ 0 h 142"/>
                  <a:gd name="T10" fmla="*/ 0 w 93"/>
                  <a:gd name="T11" fmla="*/ 0 h 142"/>
                  <a:gd name="T12" fmla="*/ 39 w 93"/>
                  <a:gd name="T13" fmla="*/ 101 h 142"/>
                  <a:gd name="T14" fmla="*/ 37 w 93"/>
                  <a:gd name="T15" fmla="*/ 105 h 142"/>
                  <a:gd name="T16" fmla="*/ 32 w 93"/>
                  <a:gd name="T17" fmla="*/ 118 h 142"/>
                  <a:gd name="T18" fmla="*/ 26 w 93"/>
                  <a:gd name="T19" fmla="*/ 123 h 142"/>
                  <a:gd name="T20" fmla="*/ 17 w 93"/>
                  <a:gd name="T21" fmla="*/ 125 h 142"/>
                  <a:gd name="T22" fmla="*/ 7 w 93"/>
                  <a:gd name="T23" fmla="*/ 124 h 142"/>
                  <a:gd name="T24" fmla="*/ 9 w 93"/>
                  <a:gd name="T25" fmla="*/ 140 h 142"/>
                  <a:gd name="T26" fmla="*/ 20 w 93"/>
                  <a:gd name="T27" fmla="*/ 142 h 142"/>
                  <a:gd name="T28" fmla="*/ 34 w 93"/>
                  <a:gd name="T29" fmla="*/ 138 h 142"/>
                  <a:gd name="T30" fmla="*/ 45 w 93"/>
                  <a:gd name="T31" fmla="*/ 126 h 142"/>
                  <a:gd name="T32" fmla="*/ 54 w 93"/>
                  <a:gd name="T33" fmla="*/ 103 h 142"/>
                  <a:gd name="T34" fmla="*/ 93 w 93"/>
                  <a:gd name="T35" fmla="*/ 0 h 142"/>
                  <a:gd name="T36" fmla="*/ 76 w 93"/>
                  <a:gd name="T37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3" h="142">
                    <a:moveTo>
                      <a:pt x="76" y="0"/>
                    </a:moveTo>
                    <a:cubicBezTo>
                      <a:pt x="54" y="59"/>
                      <a:pt x="54" y="59"/>
                      <a:pt x="54" y="59"/>
                    </a:cubicBezTo>
                    <a:cubicBezTo>
                      <a:pt x="51" y="66"/>
                      <a:pt x="49" y="74"/>
                      <a:pt x="47" y="82"/>
                    </a:cubicBezTo>
                    <a:cubicBezTo>
                      <a:pt x="45" y="74"/>
                      <a:pt x="42" y="66"/>
                      <a:pt x="40" y="58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9" y="101"/>
                      <a:pt x="39" y="101"/>
                      <a:pt x="39" y="101"/>
                    </a:cubicBezTo>
                    <a:cubicBezTo>
                      <a:pt x="38" y="103"/>
                      <a:pt x="37" y="104"/>
                      <a:pt x="37" y="105"/>
                    </a:cubicBezTo>
                    <a:cubicBezTo>
                      <a:pt x="35" y="112"/>
                      <a:pt x="33" y="116"/>
                      <a:pt x="32" y="118"/>
                    </a:cubicBezTo>
                    <a:cubicBezTo>
                      <a:pt x="30" y="120"/>
                      <a:pt x="28" y="122"/>
                      <a:pt x="26" y="123"/>
                    </a:cubicBezTo>
                    <a:cubicBezTo>
                      <a:pt x="24" y="125"/>
                      <a:pt x="21" y="125"/>
                      <a:pt x="17" y="125"/>
                    </a:cubicBezTo>
                    <a:cubicBezTo>
                      <a:pt x="14" y="125"/>
                      <a:pt x="11" y="125"/>
                      <a:pt x="7" y="124"/>
                    </a:cubicBezTo>
                    <a:cubicBezTo>
                      <a:pt x="9" y="140"/>
                      <a:pt x="9" y="140"/>
                      <a:pt x="9" y="140"/>
                    </a:cubicBezTo>
                    <a:cubicBezTo>
                      <a:pt x="13" y="141"/>
                      <a:pt x="17" y="142"/>
                      <a:pt x="20" y="142"/>
                    </a:cubicBezTo>
                    <a:cubicBezTo>
                      <a:pt x="26" y="142"/>
                      <a:pt x="30" y="141"/>
                      <a:pt x="34" y="138"/>
                    </a:cubicBezTo>
                    <a:cubicBezTo>
                      <a:pt x="38" y="135"/>
                      <a:pt x="42" y="131"/>
                      <a:pt x="45" y="126"/>
                    </a:cubicBezTo>
                    <a:cubicBezTo>
                      <a:pt x="47" y="121"/>
                      <a:pt x="50" y="114"/>
                      <a:pt x="54" y="103"/>
                    </a:cubicBezTo>
                    <a:cubicBezTo>
                      <a:pt x="93" y="0"/>
                      <a:pt x="93" y="0"/>
                      <a:pt x="93" y="0"/>
                    </a:cubicBez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</p:grpSp>
        <p:grpSp>
          <p:nvGrpSpPr>
            <p:cNvPr id="310" name="îSľîdè"/>
            <p:cNvGrpSpPr/>
            <p:nvPr/>
          </p:nvGrpSpPr>
          <p:grpSpPr>
            <a:xfrm>
              <a:off x="5487799" y="2810201"/>
              <a:ext cx="2935892" cy="808278"/>
              <a:chOff x="4762500" y="2070100"/>
              <a:chExt cx="6429376" cy="1770063"/>
            </a:xfrm>
            <a:grpFill/>
          </p:grpSpPr>
          <p:sp>
            <p:nvSpPr>
              <p:cNvPr id="343" name="íṥļïḓe"/>
              <p:cNvSpPr/>
              <p:nvPr/>
            </p:nvSpPr>
            <p:spPr bwMode="auto">
              <a:xfrm>
                <a:off x="10328275" y="2070100"/>
                <a:ext cx="520700" cy="512763"/>
              </a:xfrm>
              <a:custGeom>
                <a:avLst/>
                <a:gdLst>
                  <a:gd name="T0" fmla="*/ 31 w 158"/>
                  <a:gd name="T1" fmla="*/ 117 h 156"/>
                  <a:gd name="T2" fmla="*/ 31 w 158"/>
                  <a:gd name="T3" fmla="*/ 120 h 156"/>
                  <a:gd name="T4" fmla="*/ 7 w 158"/>
                  <a:gd name="T5" fmla="*/ 153 h 156"/>
                  <a:gd name="T6" fmla="*/ 11 w 158"/>
                  <a:gd name="T7" fmla="*/ 156 h 156"/>
                  <a:gd name="T8" fmla="*/ 77 w 158"/>
                  <a:gd name="T9" fmla="*/ 124 h 156"/>
                  <a:gd name="T10" fmla="*/ 135 w 158"/>
                  <a:gd name="T11" fmla="*/ 81 h 156"/>
                  <a:gd name="T12" fmla="*/ 158 w 158"/>
                  <a:gd name="T13" fmla="*/ 34 h 156"/>
                  <a:gd name="T14" fmla="*/ 124 w 158"/>
                  <a:gd name="T15" fmla="*/ 0 h 156"/>
                  <a:gd name="T16" fmla="*/ 96 w 158"/>
                  <a:gd name="T17" fmla="*/ 45 h 156"/>
                  <a:gd name="T18" fmla="*/ 61 w 158"/>
                  <a:gd name="T19" fmla="*/ 85 h 156"/>
                  <a:gd name="T20" fmla="*/ 33 w 158"/>
                  <a:gd name="T21" fmla="*/ 26 h 156"/>
                  <a:gd name="T22" fmla="*/ 0 w 158"/>
                  <a:gd name="T23" fmla="*/ 83 h 156"/>
                  <a:gd name="T24" fmla="*/ 0 w 158"/>
                  <a:gd name="T25" fmla="*/ 87 h 156"/>
                  <a:gd name="T26" fmla="*/ 31 w 158"/>
                  <a:gd name="T27" fmla="*/ 117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8" h="156">
                    <a:moveTo>
                      <a:pt x="31" y="117"/>
                    </a:move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6"/>
                      <a:pt x="7" y="144"/>
                      <a:pt x="7" y="153"/>
                    </a:cubicBezTo>
                    <a:cubicBezTo>
                      <a:pt x="7" y="154"/>
                      <a:pt x="9" y="156"/>
                      <a:pt x="11" y="156"/>
                    </a:cubicBezTo>
                    <a:cubicBezTo>
                      <a:pt x="22" y="156"/>
                      <a:pt x="67" y="130"/>
                      <a:pt x="77" y="124"/>
                    </a:cubicBezTo>
                    <a:cubicBezTo>
                      <a:pt x="85" y="118"/>
                      <a:pt x="131" y="82"/>
                      <a:pt x="135" y="81"/>
                    </a:cubicBezTo>
                    <a:cubicBezTo>
                      <a:pt x="135" y="72"/>
                      <a:pt x="158" y="57"/>
                      <a:pt x="158" y="34"/>
                    </a:cubicBezTo>
                    <a:cubicBezTo>
                      <a:pt x="158" y="19"/>
                      <a:pt x="145" y="0"/>
                      <a:pt x="124" y="0"/>
                    </a:cubicBezTo>
                    <a:cubicBezTo>
                      <a:pt x="114" y="0"/>
                      <a:pt x="101" y="35"/>
                      <a:pt x="96" y="45"/>
                    </a:cubicBezTo>
                    <a:cubicBezTo>
                      <a:pt x="90" y="57"/>
                      <a:pt x="73" y="79"/>
                      <a:pt x="61" y="85"/>
                    </a:cubicBezTo>
                    <a:cubicBezTo>
                      <a:pt x="48" y="60"/>
                      <a:pt x="67" y="30"/>
                      <a:pt x="33" y="26"/>
                    </a:cubicBezTo>
                    <a:cubicBezTo>
                      <a:pt x="6" y="24"/>
                      <a:pt x="0" y="55"/>
                      <a:pt x="0" y="83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116"/>
                      <a:pt x="31" y="103"/>
                      <a:pt x="31" y="1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4" name="îśļiďè"/>
              <p:cNvSpPr/>
              <p:nvPr/>
            </p:nvSpPr>
            <p:spPr bwMode="auto">
              <a:xfrm>
                <a:off x="8250238" y="2230438"/>
                <a:ext cx="1471613" cy="1536700"/>
              </a:xfrm>
              <a:custGeom>
                <a:avLst/>
                <a:gdLst>
                  <a:gd name="T0" fmla="*/ 308 w 446"/>
                  <a:gd name="T1" fmla="*/ 363 h 466"/>
                  <a:gd name="T2" fmla="*/ 282 w 446"/>
                  <a:gd name="T3" fmla="*/ 336 h 466"/>
                  <a:gd name="T4" fmla="*/ 258 w 446"/>
                  <a:gd name="T5" fmla="*/ 308 h 466"/>
                  <a:gd name="T6" fmla="*/ 209 w 446"/>
                  <a:gd name="T7" fmla="*/ 253 h 466"/>
                  <a:gd name="T8" fmla="*/ 209 w 446"/>
                  <a:gd name="T9" fmla="*/ 243 h 466"/>
                  <a:gd name="T10" fmla="*/ 222 w 446"/>
                  <a:gd name="T11" fmla="*/ 208 h 466"/>
                  <a:gd name="T12" fmla="*/ 262 w 446"/>
                  <a:gd name="T13" fmla="*/ 197 h 466"/>
                  <a:gd name="T14" fmla="*/ 304 w 446"/>
                  <a:gd name="T15" fmla="*/ 192 h 466"/>
                  <a:gd name="T16" fmla="*/ 321 w 446"/>
                  <a:gd name="T17" fmla="*/ 162 h 466"/>
                  <a:gd name="T18" fmla="*/ 295 w 446"/>
                  <a:gd name="T19" fmla="*/ 150 h 466"/>
                  <a:gd name="T20" fmla="*/ 243 w 446"/>
                  <a:gd name="T21" fmla="*/ 157 h 466"/>
                  <a:gd name="T22" fmla="*/ 241 w 446"/>
                  <a:gd name="T23" fmla="*/ 156 h 466"/>
                  <a:gd name="T24" fmla="*/ 234 w 446"/>
                  <a:gd name="T25" fmla="*/ 150 h 466"/>
                  <a:gd name="T26" fmla="*/ 251 w 446"/>
                  <a:gd name="T27" fmla="*/ 58 h 466"/>
                  <a:gd name="T28" fmla="*/ 202 w 446"/>
                  <a:gd name="T29" fmla="*/ 0 h 466"/>
                  <a:gd name="T30" fmla="*/ 183 w 446"/>
                  <a:gd name="T31" fmla="*/ 17 h 466"/>
                  <a:gd name="T32" fmla="*/ 183 w 446"/>
                  <a:gd name="T33" fmla="*/ 24 h 466"/>
                  <a:gd name="T34" fmla="*/ 199 w 446"/>
                  <a:gd name="T35" fmla="*/ 53 h 466"/>
                  <a:gd name="T36" fmla="*/ 199 w 446"/>
                  <a:gd name="T37" fmla="*/ 90 h 466"/>
                  <a:gd name="T38" fmla="*/ 186 w 446"/>
                  <a:gd name="T39" fmla="*/ 164 h 466"/>
                  <a:gd name="T40" fmla="*/ 61 w 446"/>
                  <a:gd name="T41" fmla="*/ 212 h 466"/>
                  <a:gd name="T42" fmla="*/ 46 w 446"/>
                  <a:gd name="T43" fmla="*/ 214 h 466"/>
                  <a:gd name="T44" fmla="*/ 44 w 446"/>
                  <a:gd name="T45" fmla="*/ 219 h 466"/>
                  <a:gd name="T46" fmla="*/ 37 w 446"/>
                  <a:gd name="T47" fmla="*/ 217 h 466"/>
                  <a:gd name="T48" fmla="*/ 32 w 446"/>
                  <a:gd name="T49" fmla="*/ 226 h 466"/>
                  <a:gd name="T50" fmla="*/ 32 w 446"/>
                  <a:gd name="T51" fmla="*/ 233 h 466"/>
                  <a:gd name="T52" fmla="*/ 56 w 446"/>
                  <a:gd name="T53" fmla="*/ 258 h 466"/>
                  <a:gd name="T54" fmla="*/ 94 w 446"/>
                  <a:gd name="T55" fmla="*/ 252 h 466"/>
                  <a:gd name="T56" fmla="*/ 160 w 446"/>
                  <a:gd name="T57" fmla="*/ 223 h 466"/>
                  <a:gd name="T58" fmla="*/ 165 w 446"/>
                  <a:gd name="T59" fmla="*/ 223 h 466"/>
                  <a:gd name="T60" fmla="*/ 170 w 446"/>
                  <a:gd name="T61" fmla="*/ 228 h 466"/>
                  <a:gd name="T62" fmla="*/ 170 w 446"/>
                  <a:gd name="T63" fmla="*/ 235 h 466"/>
                  <a:gd name="T64" fmla="*/ 144 w 446"/>
                  <a:gd name="T65" fmla="*/ 305 h 466"/>
                  <a:gd name="T66" fmla="*/ 105 w 446"/>
                  <a:gd name="T67" fmla="*/ 363 h 466"/>
                  <a:gd name="T68" fmla="*/ 58 w 446"/>
                  <a:gd name="T69" fmla="*/ 413 h 466"/>
                  <a:gd name="T70" fmla="*/ 0 w 446"/>
                  <a:gd name="T71" fmla="*/ 450 h 466"/>
                  <a:gd name="T72" fmla="*/ 2 w 446"/>
                  <a:gd name="T73" fmla="*/ 460 h 466"/>
                  <a:gd name="T74" fmla="*/ 24 w 446"/>
                  <a:gd name="T75" fmla="*/ 464 h 466"/>
                  <a:gd name="T76" fmla="*/ 82 w 446"/>
                  <a:gd name="T77" fmla="*/ 436 h 466"/>
                  <a:gd name="T78" fmla="*/ 129 w 446"/>
                  <a:gd name="T79" fmla="*/ 398 h 466"/>
                  <a:gd name="T80" fmla="*/ 163 w 446"/>
                  <a:gd name="T81" fmla="*/ 345 h 466"/>
                  <a:gd name="T82" fmla="*/ 205 w 446"/>
                  <a:gd name="T83" fmla="*/ 314 h 466"/>
                  <a:gd name="T84" fmla="*/ 225 w 446"/>
                  <a:gd name="T85" fmla="*/ 337 h 466"/>
                  <a:gd name="T86" fmla="*/ 234 w 446"/>
                  <a:gd name="T87" fmla="*/ 350 h 466"/>
                  <a:gd name="T88" fmla="*/ 244 w 446"/>
                  <a:gd name="T89" fmla="*/ 361 h 466"/>
                  <a:gd name="T90" fmla="*/ 280 w 446"/>
                  <a:gd name="T91" fmla="*/ 410 h 466"/>
                  <a:gd name="T92" fmla="*/ 396 w 446"/>
                  <a:gd name="T93" fmla="*/ 464 h 466"/>
                  <a:gd name="T94" fmla="*/ 445 w 446"/>
                  <a:gd name="T95" fmla="*/ 435 h 466"/>
                  <a:gd name="T96" fmla="*/ 371 w 446"/>
                  <a:gd name="T97" fmla="*/ 403 h 466"/>
                  <a:gd name="T98" fmla="*/ 308 w 446"/>
                  <a:gd name="T99" fmla="*/ 363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46" h="466">
                    <a:moveTo>
                      <a:pt x="308" y="363"/>
                    </a:moveTo>
                    <a:cubicBezTo>
                      <a:pt x="300" y="357"/>
                      <a:pt x="289" y="344"/>
                      <a:pt x="282" y="336"/>
                    </a:cubicBezTo>
                    <a:cubicBezTo>
                      <a:pt x="274" y="327"/>
                      <a:pt x="265" y="317"/>
                      <a:pt x="258" y="308"/>
                    </a:cubicBezTo>
                    <a:cubicBezTo>
                      <a:pt x="249" y="297"/>
                      <a:pt x="209" y="264"/>
                      <a:pt x="209" y="253"/>
                    </a:cubicBezTo>
                    <a:cubicBezTo>
                      <a:pt x="209" y="243"/>
                      <a:pt x="209" y="243"/>
                      <a:pt x="209" y="243"/>
                    </a:cubicBezTo>
                    <a:cubicBezTo>
                      <a:pt x="209" y="238"/>
                      <a:pt x="218" y="212"/>
                      <a:pt x="222" y="208"/>
                    </a:cubicBezTo>
                    <a:cubicBezTo>
                      <a:pt x="229" y="200"/>
                      <a:pt x="246" y="197"/>
                      <a:pt x="262" y="197"/>
                    </a:cubicBezTo>
                    <a:cubicBezTo>
                      <a:pt x="275" y="197"/>
                      <a:pt x="295" y="196"/>
                      <a:pt x="304" y="192"/>
                    </a:cubicBezTo>
                    <a:cubicBezTo>
                      <a:pt x="319" y="186"/>
                      <a:pt x="321" y="180"/>
                      <a:pt x="321" y="162"/>
                    </a:cubicBezTo>
                    <a:cubicBezTo>
                      <a:pt x="317" y="156"/>
                      <a:pt x="305" y="148"/>
                      <a:pt x="295" y="150"/>
                    </a:cubicBezTo>
                    <a:cubicBezTo>
                      <a:pt x="243" y="157"/>
                      <a:pt x="243" y="157"/>
                      <a:pt x="243" y="157"/>
                    </a:cubicBezTo>
                    <a:cubicBezTo>
                      <a:pt x="241" y="156"/>
                      <a:pt x="241" y="156"/>
                      <a:pt x="241" y="156"/>
                    </a:cubicBezTo>
                    <a:cubicBezTo>
                      <a:pt x="237" y="156"/>
                      <a:pt x="234" y="154"/>
                      <a:pt x="234" y="150"/>
                    </a:cubicBezTo>
                    <a:cubicBezTo>
                      <a:pt x="234" y="122"/>
                      <a:pt x="246" y="83"/>
                      <a:pt x="251" y="58"/>
                    </a:cubicBezTo>
                    <a:cubicBezTo>
                      <a:pt x="257" y="25"/>
                      <a:pt x="230" y="0"/>
                      <a:pt x="202" y="0"/>
                    </a:cubicBezTo>
                    <a:cubicBezTo>
                      <a:pt x="192" y="0"/>
                      <a:pt x="183" y="7"/>
                      <a:pt x="183" y="17"/>
                    </a:cubicBezTo>
                    <a:cubicBezTo>
                      <a:pt x="183" y="24"/>
                      <a:pt x="183" y="24"/>
                      <a:pt x="183" y="24"/>
                    </a:cubicBezTo>
                    <a:cubicBezTo>
                      <a:pt x="183" y="37"/>
                      <a:pt x="195" y="39"/>
                      <a:pt x="199" y="53"/>
                    </a:cubicBezTo>
                    <a:cubicBezTo>
                      <a:pt x="202" y="65"/>
                      <a:pt x="200" y="79"/>
                      <a:pt x="199" y="90"/>
                    </a:cubicBezTo>
                    <a:cubicBezTo>
                      <a:pt x="195" y="118"/>
                      <a:pt x="196" y="141"/>
                      <a:pt x="186" y="164"/>
                    </a:cubicBezTo>
                    <a:cubicBezTo>
                      <a:pt x="175" y="187"/>
                      <a:pt x="83" y="198"/>
                      <a:pt x="61" y="212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4" y="219"/>
                      <a:pt x="44" y="219"/>
                      <a:pt x="44" y="219"/>
                    </a:cubicBezTo>
                    <a:cubicBezTo>
                      <a:pt x="37" y="217"/>
                      <a:pt x="37" y="217"/>
                      <a:pt x="37" y="217"/>
                    </a:cubicBezTo>
                    <a:cubicBezTo>
                      <a:pt x="35" y="225"/>
                      <a:pt x="32" y="219"/>
                      <a:pt x="32" y="226"/>
                    </a:cubicBezTo>
                    <a:cubicBezTo>
                      <a:pt x="32" y="233"/>
                      <a:pt x="32" y="233"/>
                      <a:pt x="32" y="233"/>
                    </a:cubicBezTo>
                    <a:cubicBezTo>
                      <a:pt x="32" y="243"/>
                      <a:pt x="47" y="257"/>
                      <a:pt x="56" y="258"/>
                    </a:cubicBezTo>
                    <a:cubicBezTo>
                      <a:pt x="72" y="260"/>
                      <a:pt x="81" y="258"/>
                      <a:pt x="94" y="252"/>
                    </a:cubicBezTo>
                    <a:cubicBezTo>
                      <a:pt x="102" y="249"/>
                      <a:pt x="159" y="223"/>
                      <a:pt x="160" y="223"/>
                    </a:cubicBezTo>
                    <a:cubicBezTo>
                      <a:pt x="165" y="223"/>
                      <a:pt x="165" y="223"/>
                      <a:pt x="165" y="223"/>
                    </a:cubicBezTo>
                    <a:cubicBezTo>
                      <a:pt x="169" y="223"/>
                      <a:pt x="170" y="224"/>
                      <a:pt x="170" y="228"/>
                    </a:cubicBezTo>
                    <a:cubicBezTo>
                      <a:pt x="170" y="235"/>
                      <a:pt x="170" y="235"/>
                      <a:pt x="170" y="235"/>
                    </a:cubicBezTo>
                    <a:cubicBezTo>
                      <a:pt x="170" y="243"/>
                      <a:pt x="148" y="296"/>
                      <a:pt x="144" y="305"/>
                    </a:cubicBezTo>
                    <a:cubicBezTo>
                      <a:pt x="133" y="327"/>
                      <a:pt x="118" y="344"/>
                      <a:pt x="105" y="363"/>
                    </a:cubicBezTo>
                    <a:cubicBezTo>
                      <a:pt x="91" y="385"/>
                      <a:pt x="77" y="397"/>
                      <a:pt x="58" y="413"/>
                    </a:cubicBezTo>
                    <a:cubicBezTo>
                      <a:pt x="49" y="421"/>
                      <a:pt x="10" y="448"/>
                      <a:pt x="0" y="450"/>
                    </a:cubicBezTo>
                    <a:cubicBezTo>
                      <a:pt x="2" y="460"/>
                      <a:pt x="2" y="460"/>
                      <a:pt x="2" y="460"/>
                    </a:cubicBezTo>
                    <a:cubicBezTo>
                      <a:pt x="24" y="464"/>
                      <a:pt x="24" y="464"/>
                      <a:pt x="24" y="464"/>
                    </a:cubicBezTo>
                    <a:cubicBezTo>
                      <a:pt x="37" y="466"/>
                      <a:pt x="73" y="442"/>
                      <a:pt x="82" y="436"/>
                    </a:cubicBezTo>
                    <a:cubicBezTo>
                      <a:pt x="105" y="421"/>
                      <a:pt x="111" y="417"/>
                      <a:pt x="129" y="398"/>
                    </a:cubicBezTo>
                    <a:cubicBezTo>
                      <a:pt x="146" y="380"/>
                      <a:pt x="151" y="366"/>
                      <a:pt x="163" y="345"/>
                    </a:cubicBezTo>
                    <a:cubicBezTo>
                      <a:pt x="173" y="330"/>
                      <a:pt x="183" y="300"/>
                      <a:pt x="205" y="314"/>
                    </a:cubicBezTo>
                    <a:cubicBezTo>
                      <a:pt x="218" y="322"/>
                      <a:pt x="216" y="326"/>
                      <a:pt x="225" y="337"/>
                    </a:cubicBezTo>
                    <a:cubicBezTo>
                      <a:pt x="229" y="341"/>
                      <a:pt x="231" y="346"/>
                      <a:pt x="234" y="350"/>
                    </a:cubicBezTo>
                    <a:cubicBezTo>
                      <a:pt x="238" y="354"/>
                      <a:pt x="241" y="356"/>
                      <a:pt x="244" y="361"/>
                    </a:cubicBezTo>
                    <a:cubicBezTo>
                      <a:pt x="258" y="381"/>
                      <a:pt x="263" y="392"/>
                      <a:pt x="280" y="410"/>
                    </a:cubicBezTo>
                    <a:cubicBezTo>
                      <a:pt x="315" y="446"/>
                      <a:pt x="324" y="464"/>
                      <a:pt x="396" y="464"/>
                    </a:cubicBezTo>
                    <a:cubicBezTo>
                      <a:pt x="425" y="464"/>
                      <a:pt x="446" y="461"/>
                      <a:pt x="445" y="435"/>
                    </a:cubicBezTo>
                    <a:cubicBezTo>
                      <a:pt x="422" y="423"/>
                      <a:pt x="394" y="416"/>
                      <a:pt x="371" y="403"/>
                    </a:cubicBezTo>
                    <a:cubicBezTo>
                      <a:pt x="347" y="389"/>
                      <a:pt x="330" y="379"/>
                      <a:pt x="308" y="3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5" name="ïṣ1íḑé"/>
              <p:cNvSpPr/>
              <p:nvPr/>
            </p:nvSpPr>
            <p:spPr bwMode="auto">
              <a:xfrm>
                <a:off x="4762500" y="2398713"/>
                <a:ext cx="1316038" cy="1169988"/>
              </a:xfrm>
              <a:custGeom>
                <a:avLst/>
                <a:gdLst>
                  <a:gd name="T0" fmla="*/ 290 w 399"/>
                  <a:gd name="T1" fmla="*/ 258 h 355"/>
                  <a:gd name="T2" fmla="*/ 263 w 399"/>
                  <a:gd name="T3" fmla="*/ 258 h 355"/>
                  <a:gd name="T4" fmla="*/ 251 w 399"/>
                  <a:gd name="T5" fmla="*/ 258 h 355"/>
                  <a:gd name="T6" fmla="*/ 214 w 399"/>
                  <a:gd name="T7" fmla="*/ 243 h 355"/>
                  <a:gd name="T8" fmla="*/ 213 w 399"/>
                  <a:gd name="T9" fmla="*/ 229 h 355"/>
                  <a:gd name="T10" fmla="*/ 225 w 399"/>
                  <a:gd name="T11" fmla="*/ 183 h 355"/>
                  <a:gd name="T12" fmla="*/ 268 w 399"/>
                  <a:gd name="T13" fmla="*/ 165 h 355"/>
                  <a:gd name="T14" fmla="*/ 273 w 399"/>
                  <a:gd name="T15" fmla="*/ 168 h 355"/>
                  <a:gd name="T16" fmla="*/ 306 w 399"/>
                  <a:gd name="T17" fmla="*/ 161 h 355"/>
                  <a:gd name="T18" fmla="*/ 324 w 399"/>
                  <a:gd name="T19" fmla="*/ 139 h 355"/>
                  <a:gd name="T20" fmla="*/ 244 w 399"/>
                  <a:gd name="T21" fmla="*/ 131 h 355"/>
                  <a:gd name="T22" fmla="*/ 242 w 399"/>
                  <a:gd name="T23" fmla="*/ 131 h 355"/>
                  <a:gd name="T24" fmla="*/ 232 w 399"/>
                  <a:gd name="T25" fmla="*/ 102 h 355"/>
                  <a:gd name="T26" fmla="*/ 256 w 399"/>
                  <a:gd name="T27" fmla="*/ 41 h 355"/>
                  <a:gd name="T28" fmla="*/ 256 w 399"/>
                  <a:gd name="T29" fmla="*/ 36 h 355"/>
                  <a:gd name="T30" fmla="*/ 213 w 399"/>
                  <a:gd name="T31" fmla="*/ 3 h 355"/>
                  <a:gd name="T32" fmla="*/ 178 w 399"/>
                  <a:gd name="T33" fmla="*/ 46 h 355"/>
                  <a:gd name="T34" fmla="*/ 156 w 399"/>
                  <a:gd name="T35" fmla="*/ 179 h 355"/>
                  <a:gd name="T36" fmla="*/ 147 w 399"/>
                  <a:gd name="T37" fmla="*/ 241 h 355"/>
                  <a:gd name="T38" fmla="*/ 113 w 399"/>
                  <a:gd name="T39" fmla="*/ 285 h 355"/>
                  <a:gd name="T40" fmla="*/ 0 w 399"/>
                  <a:gd name="T41" fmla="*/ 326 h 355"/>
                  <a:gd name="T42" fmla="*/ 40 w 399"/>
                  <a:gd name="T43" fmla="*/ 355 h 355"/>
                  <a:gd name="T44" fmla="*/ 45 w 399"/>
                  <a:gd name="T45" fmla="*/ 355 h 355"/>
                  <a:gd name="T46" fmla="*/ 90 w 399"/>
                  <a:gd name="T47" fmla="*/ 347 h 355"/>
                  <a:gd name="T48" fmla="*/ 96 w 399"/>
                  <a:gd name="T49" fmla="*/ 347 h 355"/>
                  <a:gd name="T50" fmla="*/ 281 w 399"/>
                  <a:gd name="T51" fmla="*/ 306 h 355"/>
                  <a:gd name="T52" fmla="*/ 355 w 399"/>
                  <a:gd name="T53" fmla="*/ 318 h 355"/>
                  <a:gd name="T54" fmla="*/ 365 w 399"/>
                  <a:gd name="T55" fmla="*/ 318 h 355"/>
                  <a:gd name="T56" fmla="*/ 399 w 399"/>
                  <a:gd name="T57" fmla="*/ 282 h 355"/>
                  <a:gd name="T58" fmla="*/ 290 w 399"/>
                  <a:gd name="T59" fmla="*/ 258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99" h="355">
                    <a:moveTo>
                      <a:pt x="290" y="258"/>
                    </a:moveTo>
                    <a:cubicBezTo>
                      <a:pt x="263" y="258"/>
                      <a:pt x="263" y="258"/>
                      <a:pt x="263" y="258"/>
                    </a:cubicBezTo>
                    <a:cubicBezTo>
                      <a:pt x="251" y="258"/>
                      <a:pt x="251" y="258"/>
                      <a:pt x="251" y="258"/>
                    </a:cubicBezTo>
                    <a:cubicBezTo>
                      <a:pt x="236" y="258"/>
                      <a:pt x="220" y="252"/>
                      <a:pt x="214" y="243"/>
                    </a:cubicBezTo>
                    <a:cubicBezTo>
                      <a:pt x="213" y="229"/>
                      <a:pt x="213" y="229"/>
                      <a:pt x="213" y="229"/>
                    </a:cubicBezTo>
                    <a:cubicBezTo>
                      <a:pt x="217" y="227"/>
                      <a:pt x="217" y="195"/>
                      <a:pt x="225" y="183"/>
                    </a:cubicBezTo>
                    <a:cubicBezTo>
                      <a:pt x="235" y="169"/>
                      <a:pt x="264" y="173"/>
                      <a:pt x="268" y="165"/>
                    </a:cubicBezTo>
                    <a:cubicBezTo>
                      <a:pt x="273" y="168"/>
                      <a:pt x="273" y="168"/>
                      <a:pt x="273" y="168"/>
                    </a:cubicBezTo>
                    <a:cubicBezTo>
                      <a:pt x="277" y="165"/>
                      <a:pt x="299" y="165"/>
                      <a:pt x="306" y="161"/>
                    </a:cubicBezTo>
                    <a:cubicBezTo>
                      <a:pt x="312" y="158"/>
                      <a:pt x="324" y="146"/>
                      <a:pt x="324" y="139"/>
                    </a:cubicBezTo>
                    <a:cubicBezTo>
                      <a:pt x="324" y="99"/>
                      <a:pt x="265" y="131"/>
                      <a:pt x="244" y="131"/>
                    </a:cubicBezTo>
                    <a:cubicBezTo>
                      <a:pt x="242" y="131"/>
                      <a:pt x="242" y="131"/>
                      <a:pt x="242" y="131"/>
                    </a:cubicBezTo>
                    <a:cubicBezTo>
                      <a:pt x="231" y="131"/>
                      <a:pt x="232" y="114"/>
                      <a:pt x="232" y="102"/>
                    </a:cubicBezTo>
                    <a:cubicBezTo>
                      <a:pt x="233" y="100"/>
                      <a:pt x="256" y="43"/>
                      <a:pt x="256" y="41"/>
                    </a:cubicBezTo>
                    <a:cubicBezTo>
                      <a:pt x="256" y="36"/>
                      <a:pt x="256" y="36"/>
                      <a:pt x="256" y="36"/>
                    </a:cubicBezTo>
                    <a:cubicBezTo>
                      <a:pt x="256" y="17"/>
                      <a:pt x="228" y="0"/>
                      <a:pt x="213" y="3"/>
                    </a:cubicBezTo>
                    <a:cubicBezTo>
                      <a:pt x="179" y="11"/>
                      <a:pt x="183" y="13"/>
                      <a:pt x="178" y="46"/>
                    </a:cubicBezTo>
                    <a:cubicBezTo>
                      <a:pt x="170" y="90"/>
                      <a:pt x="165" y="136"/>
                      <a:pt x="156" y="179"/>
                    </a:cubicBezTo>
                    <a:cubicBezTo>
                      <a:pt x="153" y="196"/>
                      <a:pt x="151" y="223"/>
                      <a:pt x="147" y="241"/>
                    </a:cubicBezTo>
                    <a:cubicBezTo>
                      <a:pt x="138" y="278"/>
                      <a:pt x="150" y="275"/>
                      <a:pt x="113" y="285"/>
                    </a:cubicBezTo>
                    <a:cubicBezTo>
                      <a:pt x="88" y="292"/>
                      <a:pt x="0" y="303"/>
                      <a:pt x="0" y="326"/>
                    </a:cubicBezTo>
                    <a:cubicBezTo>
                      <a:pt x="0" y="342"/>
                      <a:pt x="23" y="355"/>
                      <a:pt x="40" y="355"/>
                    </a:cubicBezTo>
                    <a:cubicBezTo>
                      <a:pt x="45" y="355"/>
                      <a:pt x="45" y="355"/>
                      <a:pt x="45" y="355"/>
                    </a:cubicBezTo>
                    <a:cubicBezTo>
                      <a:pt x="61" y="355"/>
                      <a:pt x="80" y="353"/>
                      <a:pt x="90" y="347"/>
                    </a:cubicBezTo>
                    <a:cubicBezTo>
                      <a:pt x="96" y="347"/>
                      <a:pt x="96" y="347"/>
                      <a:pt x="96" y="347"/>
                    </a:cubicBezTo>
                    <a:cubicBezTo>
                      <a:pt x="117" y="332"/>
                      <a:pt x="241" y="306"/>
                      <a:pt x="281" y="306"/>
                    </a:cubicBezTo>
                    <a:cubicBezTo>
                      <a:pt x="311" y="306"/>
                      <a:pt x="331" y="318"/>
                      <a:pt x="355" y="318"/>
                    </a:cubicBezTo>
                    <a:cubicBezTo>
                      <a:pt x="365" y="318"/>
                      <a:pt x="365" y="318"/>
                      <a:pt x="365" y="318"/>
                    </a:cubicBezTo>
                    <a:cubicBezTo>
                      <a:pt x="383" y="318"/>
                      <a:pt x="399" y="303"/>
                      <a:pt x="399" y="282"/>
                    </a:cubicBezTo>
                    <a:cubicBezTo>
                      <a:pt x="399" y="255"/>
                      <a:pt x="318" y="258"/>
                      <a:pt x="290" y="2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6" name="íS1íḑe"/>
              <p:cNvSpPr/>
              <p:nvPr/>
            </p:nvSpPr>
            <p:spPr bwMode="auto">
              <a:xfrm>
                <a:off x="6553200" y="2471738"/>
                <a:ext cx="239713" cy="196850"/>
              </a:xfrm>
              <a:custGeom>
                <a:avLst/>
                <a:gdLst>
                  <a:gd name="T0" fmla="*/ 44 w 73"/>
                  <a:gd name="T1" fmla="*/ 60 h 60"/>
                  <a:gd name="T2" fmla="*/ 73 w 73"/>
                  <a:gd name="T3" fmla="*/ 32 h 60"/>
                  <a:gd name="T4" fmla="*/ 25 w 73"/>
                  <a:gd name="T5" fmla="*/ 0 h 60"/>
                  <a:gd name="T6" fmla="*/ 24 w 73"/>
                  <a:gd name="T7" fmla="*/ 0 h 60"/>
                  <a:gd name="T8" fmla="*/ 0 w 73"/>
                  <a:gd name="T9" fmla="*/ 14 h 60"/>
                  <a:gd name="T10" fmla="*/ 0 w 73"/>
                  <a:gd name="T11" fmla="*/ 17 h 60"/>
                  <a:gd name="T12" fmla="*/ 44 w 73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60">
                    <a:moveTo>
                      <a:pt x="44" y="60"/>
                    </a:moveTo>
                    <a:cubicBezTo>
                      <a:pt x="61" y="60"/>
                      <a:pt x="73" y="50"/>
                      <a:pt x="73" y="32"/>
                    </a:cubicBezTo>
                    <a:cubicBezTo>
                      <a:pt x="73" y="11"/>
                      <a:pt x="46" y="0"/>
                      <a:pt x="25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5" y="0"/>
                      <a:pt x="0" y="7"/>
                      <a:pt x="0" y="14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36"/>
                      <a:pt x="25" y="60"/>
                      <a:pt x="44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7" name="í$ḻïḍé"/>
              <p:cNvSpPr/>
              <p:nvPr/>
            </p:nvSpPr>
            <p:spPr bwMode="auto">
              <a:xfrm>
                <a:off x="6446838" y="2151063"/>
                <a:ext cx="1600200" cy="1668463"/>
              </a:xfrm>
              <a:custGeom>
                <a:avLst/>
                <a:gdLst>
                  <a:gd name="T0" fmla="*/ 445 w 485"/>
                  <a:gd name="T1" fmla="*/ 250 h 506"/>
                  <a:gd name="T2" fmla="*/ 407 w 485"/>
                  <a:gd name="T3" fmla="*/ 255 h 506"/>
                  <a:gd name="T4" fmla="*/ 394 w 485"/>
                  <a:gd name="T5" fmla="*/ 250 h 506"/>
                  <a:gd name="T6" fmla="*/ 371 w 485"/>
                  <a:gd name="T7" fmla="*/ 171 h 506"/>
                  <a:gd name="T8" fmla="*/ 322 w 485"/>
                  <a:gd name="T9" fmla="*/ 158 h 506"/>
                  <a:gd name="T10" fmla="*/ 359 w 485"/>
                  <a:gd name="T11" fmla="*/ 78 h 506"/>
                  <a:gd name="T12" fmla="*/ 281 w 485"/>
                  <a:gd name="T13" fmla="*/ 94 h 506"/>
                  <a:gd name="T14" fmla="*/ 224 w 485"/>
                  <a:gd name="T15" fmla="*/ 119 h 506"/>
                  <a:gd name="T16" fmla="*/ 246 w 485"/>
                  <a:gd name="T17" fmla="*/ 66 h 506"/>
                  <a:gd name="T18" fmla="*/ 261 w 485"/>
                  <a:gd name="T19" fmla="*/ 16 h 506"/>
                  <a:gd name="T20" fmla="*/ 182 w 485"/>
                  <a:gd name="T21" fmla="*/ 69 h 506"/>
                  <a:gd name="T22" fmla="*/ 151 w 485"/>
                  <a:gd name="T23" fmla="*/ 165 h 506"/>
                  <a:gd name="T24" fmla="*/ 236 w 485"/>
                  <a:gd name="T25" fmla="*/ 172 h 506"/>
                  <a:gd name="T26" fmla="*/ 246 w 485"/>
                  <a:gd name="T27" fmla="*/ 177 h 506"/>
                  <a:gd name="T28" fmla="*/ 195 w 485"/>
                  <a:gd name="T29" fmla="*/ 277 h 506"/>
                  <a:gd name="T30" fmla="*/ 146 w 485"/>
                  <a:gd name="T31" fmla="*/ 339 h 506"/>
                  <a:gd name="T32" fmla="*/ 112 w 485"/>
                  <a:gd name="T33" fmla="*/ 342 h 506"/>
                  <a:gd name="T34" fmla="*/ 117 w 485"/>
                  <a:gd name="T35" fmla="*/ 304 h 506"/>
                  <a:gd name="T36" fmla="*/ 66 w 485"/>
                  <a:gd name="T37" fmla="*/ 413 h 506"/>
                  <a:gd name="T38" fmla="*/ 52 w 485"/>
                  <a:gd name="T39" fmla="*/ 366 h 506"/>
                  <a:gd name="T40" fmla="*/ 84 w 485"/>
                  <a:gd name="T41" fmla="*/ 214 h 506"/>
                  <a:gd name="T42" fmla="*/ 69 w 485"/>
                  <a:gd name="T43" fmla="*/ 196 h 506"/>
                  <a:gd name="T44" fmla="*/ 0 w 485"/>
                  <a:gd name="T45" fmla="*/ 354 h 506"/>
                  <a:gd name="T46" fmla="*/ 0 w 485"/>
                  <a:gd name="T47" fmla="*/ 377 h 506"/>
                  <a:gd name="T48" fmla="*/ 64 w 485"/>
                  <a:gd name="T49" fmla="*/ 491 h 506"/>
                  <a:gd name="T50" fmla="*/ 96 w 485"/>
                  <a:gd name="T51" fmla="*/ 431 h 506"/>
                  <a:gd name="T52" fmla="*/ 125 w 485"/>
                  <a:gd name="T53" fmla="*/ 383 h 506"/>
                  <a:gd name="T54" fmla="*/ 163 w 485"/>
                  <a:gd name="T55" fmla="*/ 420 h 506"/>
                  <a:gd name="T56" fmla="*/ 183 w 485"/>
                  <a:gd name="T57" fmla="*/ 473 h 506"/>
                  <a:gd name="T58" fmla="*/ 251 w 485"/>
                  <a:gd name="T59" fmla="*/ 476 h 506"/>
                  <a:gd name="T60" fmla="*/ 328 w 485"/>
                  <a:gd name="T61" fmla="*/ 495 h 506"/>
                  <a:gd name="T62" fmla="*/ 392 w 485"/>
                  <a:gd name="T63" fmla="*/ 416 h 506"/>
                  <a:gd name="T64" fmla="*/ 388 w 485"/>
                  <a:gd name="T65" fmla="*/ 408 h 506"/>
                  <a:gd name="T66" fmla="*/ 379 w 485"/>
                  <a:gd name="T67" fmla="*/ 356 h 506"/>
                  <a:gd name="T68" fmla="*/ 485 w 485"/>
                  <a:gd name="T69" fmla="*/ 274 h 506"/>
                  <a:gd name="T70" fmla="*/ 456 w 485"/>
                  <a:gd name="T71" fmla="*/ 250 h 506"/>
                  <a:gd name="T72" fmla="*/ 254 w 485"/>
                  <a:gd name="T73" fmla="*/ 277 h 506"/>
                  <a:gd name="T74" fmla="*/ 253 w 485"/>
                  <a:gd name="T75" fmla="*/ 301 h 506"/>
                  <a:gd name="T76" fmla="*/ 246 w 485"/>
                  <a:gd name="T77" fmla="*/ 293 h 506"/>
                  <a:gd name="T78" fmla="*/ 298 w 485"/>
                  <a:gd name="T79" fmla="*/ 469 h 506"/>
                  <a:gd name="T80" fmla="*/ 292 w 485"/>
                  <a:gd name="T81" fmla="*/ 462 h 506"/>
                  <a:gd name="T82" fmla="*/ 304 w 485"/>
                  <a:gd name="T83" fmla="*/ 462 h 506"/>
                  <a:gd name="T84" fmla="*/ 351 w 485"/>
                  <a:gd name="T85" fmla="*/ 321 h 506"/>
                  <a:gd name="T86" fmla="*/ 299 w 485"/>
                  <a:gd name="T87" fmla="*/ 427 h 506"/>
                  <a:gd name="T88" fmla="*/ 246 w 485"/>
                  <a:gd name="T89" fmla="*/ 437 h 506"/>
                  <a:gd name="T90" fmla="*/ 219 w 485"/>
                  <a:gd name="T91" fmla="*/ 426 h 506"/>
                  <a:gd name="T92" fmla="*/ 254 w 485"/>
                  <a:gd name="T93" fmla="*/ 335 h 506"/>
                  <a:gd name="T94" fmla="*/ 260 w 485"/>
                  <a:gd name="T95" fmla="*/ 370 h 506"/>
                  <a:gd name="T96" fmla="*/ 280 w 485"/>
                  <a:gd name="T97" fmla="*/ 393 h 506"/>
                  <a:gd name="T98" fmla="*/ 312 w 485"/>
                  <a:gd name="T99" fmla="*/ 393 h 506"/>
                  <a:gd name="T100" fmla="*/ 298 w 485"/>
                  <a:gd name="T101" fmla="*/ 321 h 506"/>
                  <a:gd name="T102" fmla="*/ 351 w 485"/>
                  <a:gd name="T103" fmla="*/ 313 h 506"/>
                  <a:gd name="T104" fmla="*/ 358 w 485"/>
                  <a:gd name="T105" fmla="*/ 242 h 506"/>
                  <a:gd name="T106" fmla="*/ 298 w 485"/>
                  <a:gd name="T107" fmla="*/ 258 h 506"/>
                  <a:gd name="T108" fmla="*/ 305 w 485"/>
                  <a:gd name="T109" fmla="*/ 224 h 506"/>
                  <a:gd name="T110" fmla="*/ 341 w 485"/>
                  <a:gd name="T111" fmla="*/ 213 h 506"/>
                  <a:gd name="T112" fmla="*/ 358 w 485"/>
                  <a:gd name="T113" fmla="*/ 242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85" h="506">
                    <a:moveTo>
                      <a:pt x="456" y="250"/>
                    </a:moveTo>
                    <a:cubicBezTo>
                      <a:pt x="445" y="250"/>
                      <a:pt x="445" y="250"/>
                      <a:pt x="445" y="250"/>
                    </a:cubicBezTo>
                    <a:cubicBezTo>
                      <a:pt x="431" y="250"/>
                      <a:pt x="423" y="255"/>
                      <a:pt x="411" y="255"/>
                    </a:cubicBezTo>
                    <a:cubicBezTo>
                      <a:pt x="407" y="255"/>
                      <a:pt x="407" y="255"/>
                      <a:pt x="407" y="255"/>
                    </a:cubicBezTo>
                    <a:cubicBezTo>
                      <a:pt x="404" y="255"/>
                      <a:pt x="404" y="256"/>
                      <a:pt x="402" y="257"/>
                    </a:cubicBezTo>
                    <a:cubicBezTo>
                      <a:pt x="394" y="250"/>
                      <a:pt x="394" y="250"/>
                      <a:pt x="394" y="250"/>
                    </a:cubicBezTo>
                    <a:cubicBezTo>
                      <a:pt x="395" y="216"/>
                      <a:pt x="395" y="216"/>
                      <a:pt x="395" y="216"/>
                    </a:cubicBezTo>
                    <a:cubicBezTo>
                      <a:pt x="397" y="193"/>
                      <a:pt x="384" y="180"/>
                      <a:pt x="371" y="171"/>
                    </a:cubicBezTo>
                    <a:cubicBezTo>
                      <a:pt x="353" y="157"/>
                      <a:pt x="322" y="173"/>
                      <a:pt x="322" y="162"/>
                    </a:cubicBezTo>
                    <a:cubicBezTo>
                      <a:pt x="322" y="158"/>
                      <a:pt x="322" y="158"/>
                      <a:pt x="322" y="158"/>
                    </a:cubicBezTo>
                    <a:cubicBezTo>
                      <a:pt x="322" y="154"/>
                      <a:pt x="351" y="115"/>
                      <a:pt x="355" y="108"/>
                    </a:cubicBezTo>
                    <a:cubicBezTo>
                      <a:pt x="361" y="97"/>
                      <a:pt x="366" y="93"/>
                      <a:pt x="359" y="78"/>
                    </a:cubicBezTo>
                    <a:cubicBezTo>
                      <a:pt x="356" y="71"/>
                      <a:pt x="342" y="63"/>
                      <a:pt x="332" y="63"/>
                    </a:cubicBezTo>
                    <a:cubicBezTo>
                      <a:pt x="320" y="63"/>
                      <a:pt x="293" y="87"/>
                      <a:pt x="281" y="94"/>
                    </a:cubicBezTo>
                    <a:cubicBezTo>
                      <a:pt x="265" y="103"/>
                      <a:pt x="247" y="116"/>
                      <a:pt x="227" y="121"/>
                    </a:cubicBezTo>
                    <a:cubicBezTo>
                      <a:pt x="224" y="119"/>
                      <a:pt x="224" y="119"/>
                      <a:pt x="224" y="119"/>
                    </a:cubicBezTo>
                    <a:cubicBezTo>
                      <a:pt x="223" y="114"/>
                      <a:pt x="222" y="116"/>
                      <a:pt x="222" y="112"/>
                    </a:cubicBezTo>
                    <a:cubicBezTo>
                      <a:pt x="222" y="103"/>
                      <a:pt x="241" y="74"/>
                      <a:pt x="246" y="66"/>
                    </a:cubicBezTo>
                    <a:cubicBezTo>
                      <a:pt x="250" y="60"/>
                      <a:pt x="254" y="50"/>
                      <a:pt x="257" y="42"/>
                    </a:cubicBezTo>
                    <a:cubicBezTo>
                      <a:pt x="262" y="30"/>
                      <a:pt x="259" y="24"/>
                      <a:pt x="261" y="16"/>
                    </a:cubicBezTo>
                    <a:cubicBezTo>
                      <a:pt x="255" y="11"/>
                      <a:pt x="252" y="0"/>
                      <a:pt x="236" y="0"/>
                    </a:cubicBezTo>
                    <a:cubicBezTo>
                      <a:pt x="222" y="0"/>
                      <a:pt x="189" y="56"/>
                      <a:pt x="182" y="69"/>
                    </a:cubicBezTo>
                    <a:cubicBezTo>
                      <a:pt x="172" y="88"/>
                      <a:pt x="151" y="134"/>
                      <a:pt x="151" y="160"/>
                    </a:cubicBezTo>
                    <a:cubicBezTo>
                      <a:pt x="151" y="165"/>
                      <a:pt x="151" y="165"/>
                      <a:pt x="151" y="165"/>
                    </a:cubicBezTo>
                    <a:cubicBezTo>
                      <a:pt x="151" y="181"/>
                      <a:pt x="173" y="197"/>
                      <a:pt x="190" y="197"/>
                    </a:cubicBezTo>
                    <a:cubicBezTo>
                      <a:pt x="214" y="197"/>
                      <a:pt x="219" y="172"/>
                      <a:pt x="236" y="172"/>
                    </a:cubicBezTo>
                    <a:cubicBezTo>
                      <a:pt x="239" y="172"/>
                      <a:pt x="239" y="172"/>
                      <a:pt x="239" y="172"/>
                    </a:cubicBezTo>
                    <a:cubicBezTo>
                      <a:pt x="242" y="172"/>
                      <a:pt x="246" y="175"/>
                      <a:pt x="246" y="177"/>
                    </a:cubicBezTo>
                    <a:cubicBezTo>
                      <a:pt x="246" y="183"/>
                      <a:pt x="223" y="219"/>
                      <a:pt x="218" y="226"/>
                    </a:cubicBezTo>
                    <a:cubicBezTo>
                      <a:pt x="210" y="239"/>
                      <a:pt x="200" y="261"/>
                      <a:pt x="195" y="277"/>
                    </a:cubicBezTo>
                    <a:cubicBezTo>
                      <a:pt x="191" y="288"/>
                      <a:pt x="179" y="325"/>
                      <a:pt x="171" y="330"/>
                    </a:cubicBezTo>
                    <a:cubicBezTo>
                      <a:pt x="164" y="334"/>
                      <a:pt x="149" y="337"/>
                      <a:pt x="146" y="339"/>
                    </a:cubicBezTo>
                    <a:cubicBezTo>
                      <a:pt x="137" y="345"/>
                      <a:pt x="130" y="346"/>
                      <a:pt x="118" y="349"/>
                    </a:cubicBezTo>
                    <a:cubicBezTo>
                      <a:pt x="115" y="347"/>
                      <a:pt x="112" y="347"/>
                      <a:pt x="112" y="342"/>
                    </a:cubicBezTo>
                    <a:cubicBezTo>
                      <a:pt x="112" y="335"/>
                      <a:pt x="112" y="335"/>
                      <a:pt x="112" y="335"/>
                    </a:cubicBezTo>
                    <a:cubicBezTo>
                      <a:pt x="112" y="324"/>
                      <a:pt x="116" y="315"/>
                      <a:pt x="117" y="304"/>
                    </a:cubicBezTo>
                    <a:cubicBezTo>
                      <a:pt x="112" y="303"/>
                      <a:pt x="112" y="303"/>
                      <a:pt x="112" y="303"/>
                    </a:cubicBezTo>
                    <a:cubicBezTo>
                      <a:pt x="90" y="314"/>
                      <a:pt x="85" y="413"/>
                      <a:pt x="66" y="413"/>
                    </a:cubicBezTo>
                    <a:cubicBezTo>
                      <a:pt x="61" y="413"/>
                      <a:pt x="55" y="400"/>
                      <a:pt x="53" y="393"/>
                    </a:cubicBezTo>
                    <a:cubicBezTo>
                      <a:pt x="51" y="381"/>
                      <a:pt x="52" y="378"/>
                      <a:pt x="52" y="366"/>
                    </a:cubicBezTo>
                    <a:cubicBezTo>
                      <a:pt x="52" y="342"/>
                      <a:pt x="53" y="325"/>
                      <a:pt x="56" y="310"/>
                    </a:cubicBezTo>
                    <a:cubicBezTo>
                      <a:pt x="60" y="277"/>
                      <a:pt x="71" y="240"/>
                      <a:pt x="84" y="214"/>
                    </a:cubicBezTo>
                    <a:cubicBezTo>
                      <a:pt x="80" y="206"/>
                      <a:pt x="86" y="196"/>
                      <a:pt x="71" y="196"/>
                    </a:cubicBezTo>
                    <a:cubicBezTo>
                      <a:pt x="69" y="196"/>
                      <a:pt x="69" y="196"/>
                      <a:pt x="69" y="196"/>
                    </a:cubicBezTo>
                    <a:cubicBezTo>
                      <a:pt x="47" y="196"/>
                      <a:pt x="20" y="240"/>
                      <a:pt x="14" y="257"/>
                    </a:cubicBezTo>
                    <a:cubicBezTo>
                      <a:pt x="3" y="283"/>
                      <a:pt x="0" y="328"/>
                      <a:pt x="0" y="354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0" y="379"/>
                      <a:pt x="0" y="379"/>
                      <a:pt x="0" y="379"/>
                    </a:cubicBezTo>
                    <a:cubicBezTo>
                      <a:pt x="0" y="427"/>
                      <a:pt x="10" y="502"/>
                      <a:pt x="64" y="491"/>
                    </a:cubicBezTo>
                    <a:cubicBezTo>
                      <a:pt x="71" y="490"/>
                      <a:pt x="83" y="475"/>
                      <a:pt x="87" y="468"/>
                    </a:cubicBezTo>
                    <a:cubicBezTo>
                      <a:pt x="91" y="459"/>
                      <a:pt x="95" y="443"/>
                      <a:pt x="96" y="431"/>
                    </a:cubicBezTo>
                    <a:cubicBezTo>
                      <a:pt x="97" y="421"/>
                      <a:pt x="96" y="404"/>
                      <a:pt x="98" y="391"/>
                    </a:cubicBezTo>
                    <a:cubicBezTo>
                      <a:pt x="102" y="366"/>
                      <a:pt x="105" y="383"/>
                      <a:pt x="125" y="383"/>
                    </a:cubicBezTo>
                    <a:cubicBezTo>
                      <a:pt x="138" y="383"/>
                      <a:pt x="144" y="372"/>
                      <a:pt x="159" y="372"/>
                    </a:cubicBezTo>
                    <a:cubicBezTo>
                      <a:pt x="174" y="372"/>
                      <a:pt x="163" y="406"/>
                      <a:pt x="163" y="420"/>
                    </a:cubicBezTo>
                    <a:cubicBezTo>
                      <a:pt x="163" y="427"/>
                      <a:pt x="165" y="448"/>
                      <a:pt x="167" y="453"/>
                    </a:cubicBezTo>
                    <a:cubicBezTo>
                      <a:pt x="174" y="470"/>
                      <a:pt x="176" y="463"/>
                      <a:pt x="183" y="473"/>
                    </a:cubicBezTo>
                    <a:cubicBezTo>
                      <a:pt x="187" y="471"/>
                      <a:pt x="206" y="478"/>
                      <a:pt x="215" y="479"/>
                    </a:cubicBezTo>
                    <a:cubicBezTo>
                      <a:pt x="233" y="482"/>
                      <a:pt x="235" y="476"/>
                      <a:pt x="251" y="476"/>
                    </a:cubicBezTo>
                    <a:cubicBezTo>
                      <a:pt x="261" y="476"/>
                      <a:pt x="289" y="499"/>
                      <a:pt x="293" y="505"/>
                    </a:cubicBezTo>
                    <a:cubicBezTo>
                      <a:pt x="309" y="505"/>
                      <a:pt x="318" y="506"/>
                      <a:pt x="328" y="495"/>
                    </a:cubicBezTo>
                    <a:cubicBezTo>
                      <a:pt x="333" y="489"/>
                      <a:pt x="343" y="474"/>
                      <a:pt x="348" y="467"/>
                    </a:cubicBezTo>
                    <a:cubicBezTo>
                      <a:pt x="357" y="453"/>
                      <a:pt x="392" y="433"/>
                      <a:pt x="392" y="416"/>
                    </a:cubicBezTo>
                    <a:cubicBezTo>
                      <a:pt x="392" y="413"/>
                      <a:pt x="392" y="413"/>
                      <a:pt x="392" y="413"/>
                    </a:cubicBezTo>
                    <a:cubicBezTo>
                      <a:pt x="392" y="408"/>
                      <a:pt x="391" y="410"/>
                      <a:pt x="388" y="408"/>
                    </a:cubicBezTo>
                    <a:cubicBezTo>
                      <a:pt x="391" y="401"/>
                      <a:pt x="391" y="401"/>
                      <a:pt x="391" y="401"/>
                    </a:cubicBezTo>
                    <a:cubicBezTo>
                      <a:pt x="375" y="391"/>
                      <a:pt x="373" y="374"/>
                      <a:pt x="379" y="356"/>
                    </a:cubicBezTo>
                    <a:cubicBezTo>
                      <a:pt x="383" y="343"/>
                      <a:pt x="385" y="315"/>
                      <a:pt x="390" y="305"/>
                    </a:cubicBezTo>
                    <a:cubicBezTo>
                      <a:pt x="401" y="286"/>
                      <a:pt x="485" y="308"/>
                      <a:pt x="485" y="274"/>
                    </a:cubicBezTo>
                    <a:cubicBezTo>
                      <a:pt x="485" y="269"/>
                      <a:pt x="485" y="269"/>
                      <a:pt x="485" y="269"/>
                    </a:cubicBezTo>
                    <a:cubicBezTo>
                      <a:pt x="485" y="261"/>
                      <a:pt x="465" y="250"/>
                      <a:pt x="456" y="250"/>
                    </a:cubicBezTo>
                    <a:close/>
                    <a:moveTo>
                      <a:pt x="246" y="293"/>
                    </a:moveTo>
                    <a:cubicBezTo>
                      <a:pt x="246" y="288"/>
                      <a:pt x="252" y="277"/>
                      <a:pt x="254" y="277"/>
                    </a:cubicBezTo>
                    <a:cubicBezTo>
                      <a:pt x="261" y="277"/>
                      <a:pt x="268" y="284"/>
                      <a:pt x="268" y="291"/>
                    </a:cubicBezTo>
                    <a:cubicBezTo>
                      <a:pt x="268" y="297"/>
                      <a:pt x="258" y="301"/>
                      <a:pt x="253" y="301"/>
                    </a:cubicBezTo>
                    <a:cubicBezTo>
                      <a:pt x="249" y="301"/>
                      <a:pt x="250" y="300"/>
                      <a:pt x="246" y="299"/>
                    </a:cubicBezTo>
                    <a:lnTo>
                      <a:pt x="246" y="293"/>
                    </a:lnTo>
                    <a:close/>
                    <a:moveTo>
                      <a:pt x="304" y="469"/>
                    </a:moveTo>
                    <a:cubicBezTo>
                      <a:pt x="298" y="469"/>
                      <a:pt x="298" y="469"/>
                      <a:pt x="298" y="469"/>
                    </a:cubicBezTo>
                    <a:cubicBezTo>
                      <a:pt x="293" y="469"/>
                      <a:pt x="283" y="464"/>
                      <a:pt x="281" y="459"/>
                    </a:cubicBezTo>
                    <a:cubicBezTo>
                      <a:pt x="291" y="460"/>
                      <a:pt x="285" y="462"/>
                      <a:pt x="292" y="462"/>
                    </a:cubicBezTo>
                    <a:cubicBezTo>
                      <a:pt x="293" y="462"/>
                      <a:pt x="293" y="462"/>
                      <a:pt x="293" y="462"/>
                    </a:cubicBezTo>
                    <a:cubicBezTo>
                      <a:pt x="304" y="462"/>
                      <a:pt x="304" y="462"/>
                      <a:pt x="304" y="462"/>
                    </a:cubicBezTo>
                    <a:lnTo>
                      <a:pt x="304" y="469"/>
                    </a:lnTo>
                    <a:close/>
                    <a:moveTo>
                      <a:pt x="351" y="321"/>
                    </a:moveTo>
                    <a:cubicBezTo>
                      <a:pt x="351" y="332"/>
                      <a:pt x="338" y="399"/>
                      <a:pt x="333" y="407"/>
                    </a:cubicBezTo>
                    <a:cubicBezTo>
                      <a:pt x="326" y="418"/>
                      <a:pt x="313" y="424"/>
                      <a:pt x="299" y="427"/>
                    </a:cubicBezTo>
                    <a:cubicBezTo>
                      <a:pt x="290" y="429"/>
                      <a:pt x="264" y="437"/>
                      <a:pt x="256" y="437"/>
                    </a:cubicBezTo>
                    <a:cubicBezTo>
                      <a:pt x="246" y="437"/>
                      <a:pt x="246" y="437"/>
                      <a:pt x="246" y="437"/>
                    </a:cubicBezTo>
                    <a:cubicBezTo>
                      <a:pt x="227" y="435"/>
                      <a:pt x="227" y="435"/>
                      <a:pt x="227" y="435"/>
                    </a:cubicBezTo>
                    <a:cubicBezTo>
                      <a:pt x="219" y="426"/>
                      <a:pt x="219" y="426"/>
                      <a:pt x="219" y="426"/>
                    </a:cubicBezTo>
                    <a:cubicBezTo>
                      <a:pt x="219" y="398"/>
                      <a:pt x="215" y="335"/>
                      <a:pt x="251" y="335"/>
                    </a:cubicBezTo>
                    <a:cubicBezTo>
                      <a:pt x="254" y="335"/>
                      <a:pt x="254" y="335"/>
                      <a:pt x="254" y="335"/>
                    </a:cubicBezTo>
                    <a:cubicBezTo>
                      <a:pt x="257" y="335"/>
                      <a:pt x="259" y="336"/>
                      <a:pt x="259" y="338"/>
                    </a:cubicBezTo>
                    <a:cubicBezTo>
                      <a:pt x="259" y="351"/>
                      <a:pt x="253" y="360"/>
                      <a:pt x="260" y="370"/>
                    </a:cubicBezTo>
                    <a:cubicBezTo>
                      <a:pt x="264" y="374"/>
                      <a:pt x="280" y="382"/>
                      <a:pt x="280" y="388"/>
                    </a:cubicBezTo>
                    <a:cubicBezTo>
                      <a:pt x="280" y="393"/>
                      <a:pt x="280" y="393"/>
                      <a:pt x="280" y="393"/>
                    </a:cubicBezTo>
                    <a:cubicBezTo>
                      <a:pt x="280" y="399"/>
                      <a:pt x="271" y="402"/>
                      <a:pt x="270" y="413"/>
                    </a:cubicBezTo>
                    <a:cubicBezTo>
                      <a:pt x="285" y="413"/>
                      <a:pt x="302" y="399"/>
                      <a:pt x="312" y="393"/>
                    </a:cubicBezTo>
                    <a:cubicBezTo>
                      <a:pt x="331" y="381"/>
                      <a:pt x="323" y="368"/>
                      <a:pt x="313" y="354"/>
                    </a:cubicBezTo>
                    <a:cubicBezTo>
                      <a:pt x="308" y="348"/>
                      <a:pt x="283" y="334"/>
                      <a:pt x="298" y="321"/>
                    </a:cubicBezTo>
                    <a:cubicBezTo>
                      <a:pt x="312" y="310"/>
                      <a:pt x="329" y="311"/>
                      <a:pt x="343" y="304"/>
                    </a:cubicBezTo>
                    <a:cubicBezTo>
                      <a:pt x="346" y="306"/>
                      <a:pt x="351" y="307"/>
                      <a:pt x="351" y="313"/>
                    </a:cubicBezTo>
                    <a:lnTo>
                      <a:pt x="351" y="321"/>
                    </a:lnTo>
                    <a:close/>
                    <a:moveTo>
                      <a:pt x="358" y="242"/>
                    </a:moveTo>
                    <a:cubicBezTo>
                      <a:pt x="358" y="269"/>
                      <a:pt x="347" y="279"/>
                      <a:pt x="324" y="279"/>
                    </a:cubicBezTo>
                    <a:cubicBezTo>
                      <a:pt x="318" y="279"/>
                      <a:pt x="302" y="262"/>
                      <a:pt x="298" y="258"/>
                    </a:cubicBezTo>
                    <a:cubicBezTo>
                      <a:pt x="291" y="251"/>
                      <a:pt x="271" y="248"/>
                      <a:pt x="271" y="238"/>
                    </a:cubicBezTo>
                    <a:cubicBezTo>
                      <a:pt x="271" y="231"/>
                      <a:pt x="298" y="227"/>
                      <a:pt x="305" y="224"/>
                    </a:cubicBezTo>
                    <a:cubicBezTo>
                      <a:pt x="311" y="222"/>
                      <a:pt x="336" y="213"/>
                      <a:pt x="339" y="213"/>
                    </a:cubicBezTo>
                    <a:cubicBezTo>
                      <a:pt x="341" y="213"/>
                      <a:pt x="341" y="213"/>
                      <a:pt x="341" y="213"/>
                    </a:cubicBezTo>
                    <a:cubicBezTo>
                      <a:pt x="354" y="213"/>
                      <a:pt x="358" y="219"/>
                      <a:pt x="358" y="231"/>
                    </a:cubicBezTo>
                    <a:lnTo>
                      <a:pt x="358" y="2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8" name="îṩļïdê"/>
              <p:cNvSpPr/>
              <p:nvPr/>
            </p:nvSpPr>
            <p:spPr bwMode="auto">
              <a:xfrm>
                <a:off x="10015538" y="2327275"/>
                <a:ext cx="227013" cy="392113"/>
              </a:xfrm>
              <a:custGeom>
                <a:avLst/>
                <a:gdLst>
                  <a:gd name="T0" fmla="*/ 43 w 69"/>
                  <a:gd name="T1" fmla="*/ 119 h 119"/>
                  <a:gd name="T2" fmla="*/ 66 w 69"/>
                  <a:gd name="T3" fmla="*/ 95 h 119"/>
                  <a:gd name="T4" fmla="*/ 66 w 69"/>
                  <a:gd name="T5" fmla="*/ 90 h 119"/>
                  <a:gd name="T6" fmla="*/ 59 w 69"/>
                  <a:gd name="T7" fmla="*/ 47 h 119"/>
                  <a:gd name="T8" fmla="*/ 60 w 69"/>
                  <a:gd name="T9" fmla="*/ 26 h 119"/>
                  <a:gd name="T10" fmla="*/ 63 w 69"/>
                  <a:gd name="T11" fmla="*/ 7 h 119"/>
                  <a:gd name="T12" fmla="*/ 51 w 69"/>
                  <a:gd name="T13" fmla="*/ 14 h 119"/>
                  <a:gd name="T14" fmla="*/ 48 w 69"/>
                  <a:gd name="T15" fmla="*/ 14 h 119"/>
                  <a:gd name="T16" fmla="*/ 16 w 69"/>
                  <a:gd name="T17" fmla="*/ 0 h 119"/>
                  <a:gd name="T18" fmla="*/ 0 w 69"/>
                  <a:gd name="T19" fmla="*/ 26 h 119"/>
                  <a:gd name="T20" fmla="*/ 0 w 69"/>
                  <a:gd name="T21" fmla="*/ 29 h 119"/>
                  <a:gd name="T22" fmla="*/ 43 w 69"/>
                  <a:gd name="T2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119">
                    <a:moveTo>
                      <a:pt x="43" y="119"/>
                    </a:moveTo>
                    <a:cubicBezTo>
                      <a:pt x="57" y="119"/>
                      <a:pt x="66" y="109"/>
                      <a:pt x="66" y="95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6" y="72"/>
                      <a:pt x="59" y="64"/>
                      <a:pt x="59" y="47"/>
                    </a:cubicBezTo>
                    <a:cubicBezTo>
                      <a:pt x="59" y="39"/>
                      <a:pt x="58" y="36"/>
                      <a:pt x="60" y="26"/>
                    </a:cubicBezTo>
                    <a:cubicBezTo>
                      <a:pt x="62" y="20"/>
                      <a:pt x="69" y="7"/>
                      <a:pt x="63" y="7"/>
                    </a:cubicBezTo>
                    <a:cubicBezTo>
                      <a:pt x="56" y="7"/>
                      <a:pt x="58" y="14"/>
                      <a:pt x="51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35" y="14"/>
                      <a:pt x="32" y="0"/>
                      <a:pt x="16" y="0"/>
                    </a:cubicBezTo>
                    <a:cubicBezTo>
                      <a:pt x="5" y="0"/>
                      <a:pt x="0" y="14"/>
                      <a:pt x="0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67"/>
                      <a:pt x="6" y="119"/>
                      <a:pt x="43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9" name="ï$ḷiḓè"/>
              <p:cNvSpPr/>
              <p:nvPr/>
            </p:nvSpPr>
            <p:spPr bwMode="auto">
              <a:xfrm>
                <a:off x="10044113" y="2787650"/>
                <a:ext cx="1147763" cy="1052513"/>
              </a:xfrm>
              <a:custGeom>
                <a:avLst/>
                <a:gdLst>
                  <a:gd name="T0" fmla="*/ 229 w 348"/>
                  <a:gd name="T1" fmla="*/ 116 h 319"/>
                  <a:gd name="T2" fmla="*/ 202 w 348"/>
                  <a:gd name="T3" fmla="*/ 98 h 319"/>
                  <a:gd name="T4" fmla="*/ 208 w 348"/>
                  <a:gd name="T5" fmla="*/ 81 h 319"/>
                  <a:gd name="T6" fmla="*/ 219 w 348"/>
                  <a:gd name="T7" fmla="*/ 71 h 319"/>
                  <a:gd name="T8" fmla="*/ 232 w 348"/>
                  <a:gd name="T9" fmla="*/ 40 h 319"/>
                  <a:gd name="T10" fmla="*/ 232 w 348"/>
                  <a:gd name="T11" fmla="*/ 35 h 319"/>
                  <a:gd name="T12" fmla="*/ 211 w 348"/>
                  <a:gd name="T13" fmla="*/ 7 h 319"/>
                  <a:gd name="T14" fmla="*/ 173 w 348"/>
                  <a:gd name="T15" fmla="*/ 4 h 319"/>
                  <a:gd name="T16" fmla="*/ 119 w 348"/>
                  <a:gd name="T17" fmla="*/ 32 h 319"/>
                  <a:gd name="T18" fmla="*/ 136 w 348"/>
                  <a:gd name="T19" fmla="*/ 47 h 319"/>
                  <a:gd name="T20" fmla="*/ 149 w 348"/>
                  <a:gd name="T21" fmla="*/ 47 h 319"/>
                  <a:gd name="T22" fmla="*/ 178 w 348"/>
                  <a:gd name="T23" fmla="*/ 45 h 319"/>
                  <a:gd name="T24" fmla="*/ 181 w 348"/>
                  <a:gd name="T25" fmla="*/ 50 h 319"/>
                  <a:gd name="T26" fmla="*/ 154 w 348"/>
                  <a:gd name="T27" fmla="*/ 93 h 319"/>
                  <a:gd name="T28" fmla="*/ 154 w 348"/>
                  <a:gd name="T29" fmla="*/ 96 h 319"/>
                  <a:gd name="T30" fmla="*/ 171 w 348"/>
                  <a:gd name="T31" fmla="*/ 123 h 319"/>
                  <a:gd name="T32" fmla="*/ 129 w 348"/>
                  <a:gd name="T33" fmla="*/ 140 h 319"/>
                  <a:gd name="T34" fmla="*/ 85 w 348"/>
                  <a:gd name="T35" fmla="*/ 156 h 319"/>
                  <a:gd name="T36" fmla="*/ 43 w 348"/>
                  <a:gd name="T37" fmla="*/ 173 h 319"/>
                  <a:gd name="T38" fmla="*/ 0 w 348"/>
                  <a:gd name="T39" fmla="*/ 190 h 319"/>
                  <a:gd name="T40" fmla="*/ 2 w 348"/>
                  <a:gd name="T41" fmla="*/ 198 h 319"/>
                  <a:gd name="T42" fmla="*/ 59 w 348"/>
                  <a:gd name="T43" fmla="*/ 212 h 319"/>
                  <a:gd name="T44" fmla="*/ 178 w 348"/>
                  <a:gd name="T45" fmla="*/ 171 h 319"/>
                  <a:gd name="T46" fmla="*/ 185 w 348"/>
                  <a:gd name="T47" fmla="*/ 176 h 319"/>
                  <a:gd name="T48" fmla="*/ 183 w 348"/>
                  <a:gd name="T49" fmla="*/ 181 h 319"/>
                  <a:gd name="T50" fmla="*/ 189 w 348"/>
                  <a:gd name="T51" fmla="*/ 186 h 319"/>
                  <a:gd name="T52" fmla="*/ 159 w 348"/>
                  <a:gd name="T53" fmla="*/ 268 h 319"/>
                  <a:gd name="T54" fmla="*/ 111 w 348"/>
                  <a:gd name="T55" fmla="*/ 257 h 319"/>
                  <a:gd name="T56" fmla="*/ 110 w 348"/>
                  <a:gd name="T57" fmla="*/ 259 h 319"/>
                  <a:gd name="T58" fmla="*/ 134 w 348"/>
                  <a:gd name="T59" fmla="*/ 291 h 319"/>
                  <a:gd name="T60" fmla="*/ 163 w 348"/>
                  <a:gd name="T61" fmla="*/ 319 h 319"/>
                  <a:gd name="T62" fmla="*/ 209 w 348"/>
                  <a:gd name="T63" fmla="*/ 280 h 319"/>
                  <a:gd name="T64" fmla="*/ 226 w 348"/>
                  <a:gd name="T65" fmla="*/ 208 h 319"/>
                  <a:gd name="T66" fmla="*/ 226 w 348"/>
                  <a:gd name="T67" fmla="*/ 203 h 319"/>
                  <a:gd name="T68" fmla="*/ 239 w 348"/>
                  <a:gd name="T69" fmla="*/ 157 h 319"/>
                  <a:gd name="T70" fmla="*/ 294 w 348"/>
                  <a:gd name="T71" fmla="*/ 156 h 319"/>
                  <a:gd name="T72" fmla="*/ 307 w 348"/>
                  <a:gd name="T73" fmla="*/ 156 h 319"/>
                  <a:gd name="T74" fmla="*/ 348 w 348"/>
                  <a:gd name="T75" fmla="*/ 132 h 319"/>
                  <a:gd name="T76" fmla="*/ 229 w 348"/>
                  <a:gd name="T77" fmla="*/ 116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48" h="319">
                    <a:moveTo>
                      <a:pt x="229" y="116"/>
                    </a:moveTo>
                    <a:cubicBezTo>
                      <a:pt x="216" y="116"/>
                      <a:pt x="208" y="105"/>
                      <a:pt x="202" y="98"/>
                    </a:cubicBezTo>
                    <a:cubicBezTo>
                      <a:pt x="204" y="92"/>
                      <a:pt x="203" y="87"/>
                      <a:pt x="208" y="81"/>
                    </a:cubicBezTo>
                    <a:cubicBezTo>
                      <a:pt x="210" y="79"/>
                      <a:pt x="215" y="75"/>
                      <a:pt x="219" y="71"/>
                    </a:cubicBezTo>
                    <a:cubicBezTo>
                      <a:pt x="227" y="62"/>
                      <a:pt x="232" y="57"/>
                      <a:pt x="232" y="40"/>
                    </a:cubicBezTo>
                    <a:cubicBezTo>
                      <a:pt x="232" y="35"/>
                      <a:pt x="232" y="35"/>
                      <a:pt x="232" y="35"/>
                    </a:cubicBezTo>
                    <a:cubicBezTo>
                      <a:pt x="232" y="24"/>
                      <a:pt x="219" y="11"/>
                      <a:pt x="211" y="7"/>
                    </a:cubicBezTo>
                    <a:cubicBezTo>
                      <a:pt x="195" y="0"/>
                      <a:pt x="189" y="4"/>
                      <a:pt x="173" y="4"/>
                    </a:cubicBezTo>
                    <a:cubicBezTo>
                      <a:pt x="153" y="17"/>
                      <a:pt x="132" y="6"/>
                      <a:pt x="119" y="32"/>
                    </a:cubicBezTo>
                    <a:cubicBezTo>
                      <a:pt x="122" y="39"/>
                      <a:pt x="124" y="47"/>
                      <a:pt x="136" y="47"/>
                    </a:cubicBezTo>
                    <a:cubicBezTo>
                      <a:pt x="149" y="47"/>
                      <a:pt x="149" y="47"/>
                      <a:pt x="149" y="47"/>
                    </a:cubicBezTo>
                    <a:cubicBezTo>
                      <a:pt x="178" y="45"/>
                      <a:pt x="178" y="45"/>
                      <a:pt x="178" y="45"/>
                    </a:cubicBezTo>
                    <a:cubicBezTo>
                      <a:pt x="179" y="47"/>
                      <a:pt x="181" y="49"/>
                      <a:pt x="181" y="50"/>
                    </a:cubicBezTo>
                    <a:cubicBezTo>
                      <a:pt x="181" y="63"/>
                      <a:pt x="154" y="73"/>
                      <a:pt x="154" y="93"/>
                    </a:cubicBezTo>
                    <a:cubicBezTo>
                      <a:pt x="154" y="96"/>
                      <a:pt x="154" y="96"/>
                      <a:pt x="154" y="96"/>
                    </a:cubicBezTo>
                    <a:cubicBezTo>
                      <a:pt x="154" y="107"/>
                      <a:pt x="166" y="113"/>
                      <a:pt x="171" y="123"/>
                    </a:cubicBezTo>
                    <a:cubicBezTo>
                      <a:pt x="164" y="134"/>
                      <a:pt x="143" y="136"/>
                      <a:pt x="129" y="140"/>
                    </a:cubicBezTo>
                    <a:cubicBezTo>
                      <a:pt x="115" y="145"/>
                      <a:pt x="100" y="151"/>
                      <a:pt x="85" y="156"/>
                    </a:cubicBezTo>
                    <a:cubicBezTo>
                      <a:pt x="73" y="161"/>
                      <a:pt x="57" y="168"/>
                      <a:pt x="43" y="173"/>
                    </a:cubicBezTo>
                    <a:cubicBezTo>
                      <a:pt x="29" y="179"/>
                      <a:pt x="6" y="180"/>
                      <a:pt x="0" y="190"/>
                    </a:cubicBezTo>
                    <a:cubicBezTo>
                      <a:pt x="2" y="198"/>
                      <a:pt x="2" y="198"/>
                      <a:pt x="2" y="198"/>
                    </a:cubicBezTo>
                    <a:cubicBezTo>
                      <a:pt x="32" y="214"/>
                      <a:pt x="17" y="212"/>
                      <a:pt x="59" y="212"/>
                    </a:cubicBezTo>
                    <a:cubicBezTo>
                      <a:pt x="68" y="206"/>
                      <a:pt x="163" y="172"/>
                      <a:pt x="178" y="171"/>
                    </a:cubicBezTo>
                    <a:cubicBezTo>
                      <a:pt x="185" y="176"/>
                      <a:pt x="185" y="176"/>
                      <a:pt x="185" y="176"/>
                    </a:cubicBezTo>
                    <a:cubicBezTo>
                      <a:pt x="183" y="181"/>
                      <a:pt x="183" y="181"/>
                      <a:pt x="183" y="181"/>
                    </a:cubicBezTo>
                    <a:cubicBezTo>
                      <a:pt x="189" y="186"/>
                      <a:pt x="189" y="186"/>
                      <a:pt x="189" y="186"/>
                    </a:cubicBezTo>
                    <a:cubicBezTo>
                      <a:pt x="188" y="234"/>
                      <a:pt x="189" y="242"/>
                      <a:pt x="159" y="268"/>
                    </a:cubicBezTo>
                    <a:cubicBezTo>
                      <a:pt x="111" y="257"/>
                      <a:pt x="111" y="257"/>
                      <a:pt x="111" y="257"/>
                    </a:cubicBezTo>
                    <a:cubicBezTo>
                      <a:pt x="110" y="259"/>
                      <a:pt x="110" y="259"/>
                      <a:pt x="110" y="259"/>
                    </a:cubicBezTo>
                    <a:cubicBezTo>
                      <a:pt x="111" y="270"/>
                      <a:pt x="129" y="280"/>
                      <a:pt x="134" y="291"/>
                    </a:cubicBezTo>
                    <a:cubicBezTo>
                      <a:pt x="140" y="304"/>
                      <a:pt x="144" y="319"/>
                      <a:pt x="163" y="319"/>
                    </a:cubicBezTo>
                    <a:cubicBezTo>
                      <a:pt x="185" y="319"/>
                      <a:pt x="201" y="300"/>
                      <a:pt x="209" y="280"/>
                    </a:cubicBezTo>
                    <a:cubicBezTo>
                      <a:pt x="214" y="269"/>
                      <a:pt x="226" y="223"/>
                      <a:pt x="226" y="208"/>
                    </a:cubicBezTo>
                    <a:cubicBezTo>
                      <a:pt x="226" y="203"/>
                      <a:pt x="226" y="203"/>
                      <a:pt x="226" y="203"/>
                    </a:cubicBezTo>
                    <a:cubicBezTo>
                      <a:pt x="226" y="184"/>
                      <a:pt x="218" y="164"/>
                      <a:pt x="239" y="157"/>
                    </a:cubicBezTo>
                    <a:cubicBezTo>
                      <a:pt x="253" y="152"/>
                      <a:pt x="282" y="156"/>
                      <a:pt x="294" y="156"/>
                    </a:cubicBezTo>
                    <a:cubicBezTo>
                      <a:pt x="307" y="156"/>
                      <a:pt x="307" y="156"/>
                      <a:pt x="307" y="156"/>
                    </a:cubicBezTo>
                    <a:cubicBezTo>
                      <a:pt x="326" y="156"/>
                      <a:pt x="348" y="149"/>
                      <a:pt x="348" y="132"/>
                    </a:cubicBezTo>
                    <a:cubicBezTo>
                      <a:pt x="348" y="93"/>
                      <a:pt x="259" y="116"/>
                      <a:pt x="229" y="1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0" name="ïšḷîďé"/>
              <p:cNvSpPr/>
              <p:nvPr/>
            </p:nvSpPr>
            <p:spPr bwMode="auto">
              <a:xfrm>
                <a:off x="9875838" y="2765425"/>
                <a:ext cx="177800" cy="428625"/>
              </a:xfrm>
              <a:custGeom>
                <a:avLst/>
                <a:gdLst>
                  <a:gd name="T0" fmla="*/ 54 w 54"/>
                  <a:gd name="T1" fmla="*/ 96 h 130"/>
                  <a:gd name="T2" fmla="*/ 47 w 54"/>
                  <a:gd name="T3" fmla="*/ 62 h 130"/>
                  <a:gd name="T4" fmla="*/ 50 w 54"/>
                  <a:gd name="T5" fmla="*/ 30 h 130"/>
                  <a:gd name="T6" fmla="*/ 47 w 54"/>
                  <a:gd name="T7" fmla="*/ 0 h 130"/>
                  <a:gd name="T8" fmla="*/ 39 w 54"/>
                  <a:gd name="T9" fmla="*/ 0 h 130"/>
                  <a:gd name="T10" fmla="*/ 14 w 54"/>
                  <a:gd name="T11" fmla="*/ 36 h 130"/>
                  <a:gd name="T12" fmla="*/ 0 w 54"/>
                  <a:gd name="T13" fmla="*/ 84 h 130"/>
                  <a:gd name="T14" fmla="*/ 0 w 54"/>
                  <a:gd name="T15" fmla="*/ 103 h 130"/>
                  <a:gd name="T16" fmla="*/ 25 w 54"/>
                  <a:gd name="T17" fmla="*/ 130 h 130"/>
                  <a:gd name="T18" fmla="*/ 27 w 54"/>
                  <a:gd name="T19" fmla="*/ 130 h 130"/>
                  <a:gd name="T20" fmla="*/ 54 w 54"/>
                  <a:gd name="T21" fmla="*/ 105 h 130"/>
                  <a:gd name="T22" fmla="*/ 54 w 54"/>
                  <a:gd name="T23" fmla="*/ 96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130">
                    <a:moveTo>
                      <a:pt x="54" y="96"/>
                    </a:moveTo>
                    <a:cubicBezTo>
                      <a:pt x="54" y="81"/>
                      <a:pt x="47" y="78"/>
                      <a:pt x="47" y="62"/>
                    </a:cubicBezTo>
                    <a:cubicBezTo>
                      <a:pt x="47" y="50"/>
                      <a:pt x="53" y="41"/>
                      <a:pt x="50" y="30"/>
                    </a:cubicBezTo>
                    <a:cubicBezTo>
                      <a:pt x="49" y="23"/>
                      <a:pt x="50" y="13"/>
                      <a:pt x="4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8" y="3"/>
                      <a:pt x="20" y="23"/>
                      <a:pt x="14" y="36"/>
                    </a:cubicBezTo>
                    <a:cubicBezTo>
                      <a:pt x="9" y="49"/>
                      <a:pt x="0" y="68"/>
                      <a:pt x="0" y="8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17"/>
                      <a:pt x="13" y="130"/>
                      <a:pt x="25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46" y="130"/>
                      <a:pt x="54" y="124"/>
                      <a:pt x="54" y="105"/>
                    </a:cubicBezTo>
                    <a:lnTo>
                      <a:pt x="54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1" name="íŝ1îḋê"/>
              <p:cNvSpPr/>
              <p:nvPr/>
            </p:nvSpPr>
            <p:spPr bwMode="auto">
              <a:xfrm>
                <a:off x="10061575" y="2484438"/>
                <a:ext cx="1100138" cy="425450"/>
              </a:xfrm>
              <a:custGeom>
                <a:avLst/>
                <a:gdLst>
                  <a:gd name="T0" fmla="*/ 177 w 334"/>
                  <a:gd name="T1" fmla="*/ 22 h 129"/>
                  <a:gd name="T2" fmla="*/ 111 w 334"/>
                  <a:gd name="T3" fmla="*/ 48 h 129"/>
                  <a:gd name="T4" fmla="*/ 0 w 334"/>
                  <a:gd name="T5" fmla="*/ 120 h 129"/>
                  <a:gd name="T6" fmla="*/ 15 w 334"/>
                  <a:gd name="T7" fmla="*/ 129 h 129"/>
                  <a:gd name="T8" fmla="*/ 27 w 334"/>
                  <a:gd name="T9" fmla="*/ 129 h 129"/>
                  <a:gd name="T10" fmla="*/ 79 w 334"/>
                  <a:gd name="T11" fmla="*/ 101 h 129"/>
                  <a:gd name="T12" fmla="*/ 133 w 334"/>
                  <a:gd name="T13" fmla="*/ 74 h 129"/>
                  <a:gd name="T14" fmla="*/ 255 w 334"/>
                  <a:gd name="T15" fmla="*/ 32 h 129"/>
                  <a:gd name="T16" fmla="*/ 258 w 334"/>
                  <a:gd name="T17" fmla="*/ 32 h 129"/>
                  <a:gd name="T18" fmla="*/ 272 w 334"/>
                  <a:gd name="T19" fmla="*/ 39 h 129"/>
                  <a:gd name="T20" fmla="*/ 239 w 334"/>
                  <a:gd name="T21" fmla="*/ 83 h 129"/>
                  <a:gd name="T22" fmla="*/ 286 w 334"/>
                  <a:gd name="T23" fmla="*/ 73 h 129"/>
                  <a:gd name="T24" fmla="*/ 320 w 334"/>
                  <a:gd name="T25" fmla="*/ 50 h 129"/>
                  <a:gd name="T26" fmla="*/ 260 w 334"/>
                  <a:gd name="T27" fmla="*/ 0 h 129"/>
                  <a:gd name="T28" fmla="*/ 258 w 334"/>
                  <a:gd name="T29" fmla="*/ 0 h 129"/>
                  <a:gd name="T30" fmla="*/ 246 w 334"/>
                  <a:gd name="T31" fmla="*/ 0 h 129"/>
                  <a:gd name="T32" fmla="*/ 211 w 334"/>
                  <a:gd name="T33" fmla="*/ 10 h 129"/>
                  <a:gd name="T34" fmla="*/ 177 w 334"/>
                  <a:gd name="T35" fmla="*/ 22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34" h="129">
                    <a:moveTo>
                      <a:pt x="177" y="22"/>
                    </a:moveTo>
                    <a:cubicBezTo>
                      <a:pt x="157" y="28"/>
                      <a:pt x="129" y="39"/>
                      <a:pt x="111" y="48"/>
                    </a:cubicBezTo>
                    <a:cubicBezTo>
                      <a:pt x="85" y="61"/>
                      <a:pt x="11" y="99"/>
                      <a:pt x="0" y="120"/>
                    </a:cubicBezTo>
                    <a:cubicBezTo>
                      <a:pt x="3" y="124"/>
                      <a:pt x="8" y="129"/>
                      <a:pt x="15" y="129"/>
                    </a:cubicBezTo>
                    <a:cubicBezTo>
                      <a:pt x="27" y="129"/>
                      <a:pt x="27" y="129"/>
                      <a:pt x="27" y="129"/>
                    </a:cubicBezTo>
                    <a:cubicBezTo>
                      <a:pt x="50" y="129"/>
                      <a:pt x="65" y="111"/>
                      <a:pt x="79" y="101"/>
                    </a:cubicBezTo>
                    <a:cubicBezTo>
                      <a:pt x="96" y="90"/>
                      <a:pt x="113" y="81"/>
                      <a:pt x="133" y="74"/>
                    </a:cubicBezTo>
                    <a:cubicBezTo>
                      <a:pt x="165" y="61"/>
                      <a:pt x="214" y="32"/>
                      <a:pt x="255" y="32"/>
                    </a:cubicBezTo>
                    <a:cubicBezTo>
                      <a:pt x="258" y="32"/>
                      <a:pt x="258" y="32"/>
                      <a:pt x="258" y="32"/>
                    </a:cubicBezTo>
                    <a:cubicBezTo>
                      <a:pt x="264" y="32"/>
                      <a:pt x="272" y="33"/>
                      <a:pt x="272" y="39"/>
                    </a:cubicBezTo>
                    <a:cubicBezTo>
                      <a:pt x="272" y="51"/>
                      <a:pt x="222" y="83"/>
                      <a:pt x="239" y="83"/>
                    </a:cubicBezTo>
                    <a:cubicBezTo>
                      <a:pt x="259" y="83"/>
                      <a:pt x="269" y="77"/>
                      <a:pt x="286" y="73"/>
                    </a:cubicBezTo>
                    <a:cubicBezTo>
                      <a:pt x="303" y="70"/>
                      <a:pt x="315" y="65"/>
                      <a:pt x="320" y="50"/>
                    </a:cubicBezTo>
                    <a:cubicBezTo>
                      <a:pt x="334" y="12"/>
                      <a:pt x="294" y="0"/>
                      <a:pt x="260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46" y="0"/>
                      <a:pt x="246" y="0"/>
                      <a:pt x="246" y="0"/>
                    </a:cubicBezTo>
                    <a:cubicBezTo>
                      <a:pt x="246" y="0"/>
                      <a:pt x="214" y="9"/>
                      <a:pt x="211" y="10"/>
                    </a:cubicBezTo>
                    <a:cubicBezTo>
                      <a:pt x="201" y="14"/>
                      <a:pt x="188" y="18"/>
                      <a:pt x="177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</p:grpSp>
        <p:grpSp>
          <p:nvGrpSpPr>
            <p:cNvPr id="311" name="íṥļïḑê"/>
            <p:cNvGrpSpPr/>
            <p:nvPr/>
          </p:nvGrpSpPr>
          <p:grpSpPr>
            <a:xfrm>
              <a:off x="3768308" y="2508637"/>
              <a:ext cx="1469396" cy="1847076"/>
              <a:chOff x="996950" y="1409700"/>
              <a:chExt cx="3217863" cy="4044950"/>
            </a:xfrm>
            <a:grpFill/>
          </p:grpSpPr>
          <p:sp>
            <p:nvSpPr>
              <p:cNvPr id="312" name="ïS1íḑé"/>
              <p:cNvSpPr/>
              <p:nvPr/>
            </p:nvSpPr>
            <p:spPr bwMode="auto">
              <a:xfrm>
                <a:off x="996950" y="1409700"/>
                <a:ext cx="3217863" cy="4044950"/>
              </a:xfrm>
              <a:custGeom>
                <a:avLst/>
                <a:gdLst>
                  <a:gd name="T0" fmla="*/ 498 w 976"/>
                  <a:gd name="T1" fmla="*/ 0 h 1227"/>
                  <a:gd name="T2" fmla="*/ 478 w 976"/>
                  <a:gd name="T3" fmla="*/ 0 h 1227"/>
                  <a:gd name="T4" fmla="*/ 0 w 976"/>
                  <a:gd name="T5" fmla="*/ 477 h 1227"/>
                  <a:gd name="T6" fmla="*/ 0 w 976"/>
                  <a:gd name="T7" fmla="*/ 750 h 1227"/>
                  <a:gd name="T8" fmla="*/ 478 w 976"/>
                  <a:gd name="T9" fmla="*/ 1227 h 1227"/>
                  <a:gd name="T10" fmla="*/ 498 w 976"/>
                  <a:gd name="T11" fmla="*/ 1227 h 1227"/>
                  <a:gd name="T12" fmla="*/ 976 w 976"/>
                  <a:gd name="T13" fmla="*/ 750 h 1227"/>
                  <a:gd name="T14" fmla="*/ 976 w 976"/>
                  <a:gd name="T15" fmla="*/ 477 h 1227"/>
                  <a:gd name="T16" fmla="*/ 498 w 976"/>
                  <a:gd name="T17" fmla="*/ 0 h 1227"/>
                  <a:gd name="T18" fmla="*/ 963 w 976"/>
                  <a:gd name="T19" fmla="*/ 750 h 1227"/>
                  <a:gd name="T20" fmla="*/ 498 w 976"/>
                  <a:gd name="T21" fmla="*/ 1215 h 1227"/>
                  <a:gd name="T22" fmla="*/ 478 w 976"/>
                  <a:gd name="T23" fmla="*/ 1215 h 1227"/>
                  <a:gd name="T24" fmla="*/ 13 w 976"/>
                  <a:gd name="T25" fmla="*/ 750 h 1227"/>
                  <a:gd name="T26" fmla="*/ 13 w 976"/>
                  <a:gd name="T27" fmla="*/ 477 h 1227"/>
                  <a:gd name="T28" fmla="*/ 478 w 976"/>
                  <a:gd name="T29" fmla="*/ 12 h 1227"/>
                  <a:gd name="T30" fmla="*/ 498 w 976"/>
                  <a:gd name="T31" fmla="*/ 12 h 1227"/>
                  <a:gd name="T32" fmla="*/ 963 w 976"/>
                  <a:gd name="T33" fmla="*/ 477 h 1227"/>
                  <a:gd name="T34" fmla="*/ 963 w 976"/>
                  <a:gd name="T35" fmla="*/ 750 h 1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76" h="1227">
                    <a:moveTo>
                      <a:pt x="498" y="0"/>
                    </a:moveTo>
                    <a:cubicBezTo>
                      <a:pt x="478" y="0"/>
                      <a:pt x="478" y="0"/>
                      <a:pt x="478" y="0"/>
                    </a:cubicBezTo>
                    <a:cubicBezTo>
                      <a:pt x="215" y="0"/>
                      <a:pt x="0" y="215"/>
                      <a:pt x="0" y="477"/>
                    </a:cubicBezTo>
                    <a:cubicBezTo>
                      <a:pt x="0" y="750"/>
                      <a:pt x="0" y="750"/>
                      <a:pt x="0" y="750"/>
                    </a:cubicBezTo>
                    <a:cubicBezTo>
                      <a:pt x="0" y="1012"/>
                      <a:pt x="215" y="1227"/>
                      <a:pt x="478" y="1227"/>
                    </a:cubicBezTo>
                    <a:cubicBezTo>
                      <a:pt x="498" y="1227"/>
                      <a:pt x="498" y="1227"/>
                      <a:pt x="498" y="1227"/>
                    </a:cubicBezTo>
                    <a:cubicBezTo>
                      <a:pt x="761" y="1227"/>
                      <a:pt x="976" y="1012"/>
                      <a:pt x="976" y="750"/>
                    </a:cubicBezTo>
                    <a:cubicBezTo>
                      <a:pt x="976" y="477"/>
                      <a:pt x="976" y="477"/>
                      <a:pt x="976" y="477"/>
                    </a:cubicBezTo>
                    <a:cubicBezTo>
                      <a:pt x="976" y="215"/>
                      <a:pt x="761" y="0"/>
                      <a:pt x="498" y="0"/>
                    </a:cubicBezTo>
                    <a:close/>
                    <a:moveTo>
                      <a:pt x="963" y="750"/>
                    </a:moveTo>
                    <a:cubicBezTo>
                      <a:pt x="963" y="1005"/>
                      <a:pt x="754" y="1215"/>
                      <a:pt x="498" y="1215"/>
                    </a:cubicBezTo>
                    <a:cubicBezTo>
                      <a:pt x="478" y="1215"/>
                      <a:pt x="478" y="1215"/>
                      <a:pt x="478" y="1215"/>
                    </a:cubicBezTo>
                    <a:cubicBezTo>
                      <a:pt x="222" y="1215"/>
                      <a:pt x="13" y="1005"/>
                      <a:pt x="13" y="750"/>
                    </a:cubicBezTo>
                    <a:cubicBezTo>
                      <a:pt x="13" y="477"/>
                      <a:pt x="13" y="477"/>
                      <a:pt x="13" y="477"/>
                    </a:cubicBezTo>
                    <a:cubicBezTo>
                      <a:pt x="13" y="221"/>
                      <a:pt x="222" y="12"/>
                      <a:pt x="478" y="12"/>
                    </a:cubicBezTo>
                    <a:cubicBezTo>
                      <a:pt x="498" y="12"/>
                      <a:pt x="498" y="12"/>
                      <a:pt x="498" y="12"/>
                    </a:cubicBezTo>
                    <a:cubicBezTo>
                      <a:pt x="754" y="12"/>
                      <a:pt x="963" y="221"/>
                      <a:pt x="963" y="477"/>
                    </a:cubicBezTo>
                    <a:lnTo>
                      <a:pt x="963" y="7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3" name="iŝḻïḍé"/>
              <p:cNvSpPr/>
              <p:nvPr/>
            </p:nvSpPr>
            <p:spPr bwMode="auto">
              <a:xfrm>
                <a:off x="2095500" y="1581150"/>
                <a:ext cx="61913" cy="60325"/>
              </a:xfrm>
              <a:custGeom>
                <a:avLst/>
                <a:gdLst>
                  <a:gd name="T0" fmla="*/ 9 w 19"/>
                  <a:gd name="T1" fmla="*/ 18 h 18"/>
                  <a:gd name="T2" fmla="*/ 15 w 19"/>
                  <a:gd name="T3" fmla="*/ 18 h 18"/>
                  <a:gd name="T4" fmla="*/ 19 w 19"/>
                  <a:gd name="T5" fmla="*/ 15 h 18"/>
                  <a:gd name="T6" fmla="*/ 0 w 19"/>
                  <a:gd name="T7" fmla="*/ 9 h 18"/>
                  <a:gd name="T8" fmla="*/ 9 w 19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8">
                    <a:moveTo>
                      <a:pt x="9" y="18"/>
                    </a:moveTo>
                    <a:cubicBezTo>
                      <a:pt x="15" y="18"/>
                      <a:pt x="15" y="18"/>
                      <a:pt x="15" y="18"/>
                    </a:cubicBezTo>
                    <a:cubicBezTo>
                      <a:pt x="17" y="18"/>
                      <a:pt x="19" y="17"/>
                      <a:pt x="19" y="15"/>
                    </a:cubicBezTo>
                    <a:cubicBezTo>
                      <a:pt x="19" y="8"/>
                      <a:pt x="0" y="0"/>
                      <a:pt x="0" y="9"/>
                    </a:cubicBezTo>
                    <a:cubicBezTo>
                      <a:pt x="0" y="13"/>
                      <a:pt x="5" y="18"/>
                      <a:pt x="9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4" name="ïSľíḋè"/>
              <p:cNvSpPr/>
              <p:nvPr/>
            </p:nvSpPr>
            <p:spPr bwMode="auto">
              <a:xfrm>
                <a:off x="1425575" y="1835150"/>
                <a:ext cx="2360613" cy="3194050"/>
              </a:xfrm>
              <a:custGeom>
                <a:avLst/>
                <a:gdLst>
                  <a:gd name="T0" fmla="*/ 358 w 716"/>
                  <a:gd name="T1" fmla="*/ 0 h 969"/>
                  <a:gd name="T2" fmla="*/ 0 w 716"/>
                  <a:gd name="T3" fmla="*/ 342 h 969"/>
                  <a:gd name="T4" fmla="*/ 0 w 716"/>
                  <a:gd name="T5" fmla="*/ 627 h 969"/>
                  <a:gd name="T6" fmla="*/ 358 w 716"/>
                  <a:gd name="T7" fmla="*/ 969 h 969"/>
                  <a:gd name="T8" fmla="*/ 716 w 716"/>
                  <a:gd name="T9" fmla="*/ 627 h 969"/>
                  <a:gd name="T10" fmla="*/ 716 w 716"/>
                  <a:gd name="T11" fmla="*/ 342 h 969"/>
                  <a:gd name="T12" fmla="*/ 358 w 716"/>
                  <a:gd name="T13" fmla="*/ 0 h 969"/>
                  <a:gd name="T14" fmla="*/ 703 w 716"/>
                  <a:gd name="T15" fmla="*/ 627 h 969"/>
                  <a:gd name="T16" fmla="*/ 358 w 716"/>
                  <a:gd name="T17" fmla="*/ 956 h 969"/>
                  <a:gd name="T18" fmla="*/ 13 w 716"/>
                  <a:gd name="T19" fmla="*/ 627 h 969"/>
                  <a:gd name="T20" fmla="*/ 13 w 716"/>
                  <a:gd name="T21" fmla="*/ 342 h 969"/>
                  <a:gd name="T22" fmla="*/ 358 w 716"/>
                  <a:gd name="T23" fmla="*/ 13 h 969"/>
                  <a:gd name="T24" fmla="*/ 703 w 716"/>
                  <a:gd name="T25" fmla="*/ 342 h 969"/>
                  <a:gd name="T26" fmla="*/ 703 w 716"/>
                  <a:gd name="T27" fmla="*/ 627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6" h="969">
                    <a:moveTo>
                      <a:pt x="358" y="0"/>
                    </a:moveTo>
                    <a:cubicBezTo>
                      <a:pt x="161" y="0"/>
                      <a:pt x="0" y="154"/>
                      <a:pt x="0" y="342"/>
                    </a:cubicBezTo>
                    <a:cubicBezTo>
                      <a:pt x="0" y="627"/>
                      <a:pt x="0" y="627"/>
                      <a:pt x="0" y="627"/>
                    </a:cubicBezTo>
                    <a:cubicBezTo>
                      <a:pt x="0" y="815"/>
                      <a:pt x="161" y="969"/>
                      <a:pt x="358" y="969"/>
                    </a:cubicBezTo>
                    <a:cubicBezTo>
                      <a:pt x="555" y="969"/>
                      <a:pt x="716" y="815"/>
                      <a:pt x="716" y="627"/>
                    </a:cubicBezTo>
                    <a:cubicBezTo>
                      <a:pt x="716" y="342"/>
                      <a:pt x="716" y="342"/>
                      <a:pt x="716" y="342"/>
                    </a:cubicBezTo>
                    <a:cubicBezTo>
                      <a:pt x="716" y="154"/>
                      <a:pt x="555" y="0"/>
                      <a:pt x="358" y="0"/>
                    </a:cubicBezTo>
                    <a:close/>
                    <a:moveTo>
                      <a:pt x="703" y="627"/>
                    </a:moveTo>
                    <a:cubicBezTo>
                      <a:pt x="703" y="808"/>
                      <a:pt x="548" y="956"/>
                      <a:pt x="358" y="956"/>
                    </a:cubicBezTo>
                    <a:cubicBezTo>
                      <a:pt x="168" y="956"/>
                      <a:pt x="13" y="808"/>
                      <a:pt x="13" y="627"/>
                    </a:cubicBezTo>
                    <a:cubicBezTo>
                      <a:pt x="13" y="342"/>
                      <a:pt x="13" y="342"/>
                      <a:pt x="13" y="342"/>
                    </a:cubicBezTo>
                    <a:cubicBezTo>
                      <a:pt x="13" y="161"/>
                      <a:pt x="168" y="13"/>
                      <a:pt x="358" y="13"/>
                    </a:cubicBezTo>
                    <a:cubicBezTo>
                      <a:pt x="548" y="13"/>
                      <a:pt x="703" y="161"/>
                      <a:pt x="703" y="342"/>
                    </a:cubicBezTo>
                    <a:lnTo>
                      <a:pt x="703" y="6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5" name="i$lîḍé"/>
              <p:cNvSpPr/>
              <p:nvPr/>
            </p:nvSpPr>
            <p:spPr bwMode="auto">
              <a:xfrm>
                <a:off x="2108200" y="5035550"/>
                <a:ext cx="131763" cy="265113"/>
              </a:xfrm>
              <a:custGeom>
                <a:avLst/>
                <a:gdLst>
                  <a:gd name="T0" fmla="*/ 0 w 83"/>
                  <a:gd name="T1" fmla="*/ 160 h 167"/>
                  <a:gd name="T2" fmla="*/ 23 w 83"/>
                  <a:gd name="T3" fmla="*/ 167 h 167"/>
                  <a:gd name="T4" fmla="*/ 83 w 83"/>
                  <a:gd name="T5" fmla="*/ 5 h 167"/>
                  <a:gd name="T6" fmla="*/ 60 w 83"/>
                  <a:gd name="T7" fmla="*/ 0 h 167"/>
                  <a:gd name="T8" fmla="*/ 0 w 83"/>
                  <a:gd name="T9" fmla="*/ 16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67">
                    <a:moveTo>
                      <a:pt x="0" y="160"/>
                    </a:moveTo>
                    <a:lnTo>
                      <a:pt x="23" y="167"/>
                    </a:lnTo>
                    <a:lnTo>
                      <a:pt x="83" y="5"/>
                    </a:lnTo>
                    <a:lnTo>
                      <a:pt x="60" y="0"/>
                    </a:lnTo>
                    <a:lnTo>
                      <a:pt x="0" y="1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6" name="íŝlíḓé"/>
              <p:cNvSpPr/>
              <p:nvPr/>
            </p:nvSpPr>
            <p:spPr bwMode="auto">
              <a:xfrm>
                <a:off x="2579688" y="5081588"/>
                <a:ext cx="193675" cy="274638"/>
              </a:xfrm>
              <a:custGeom>
                <a:avLst/>
                <a:gdLst>
                  <a:gd name="T0" fmla="*/ 49 w 59"/>
                  <a:gd name="T1" fmla="*/ 51 h 83"/>
                  <a:gd name="T2" fmla="*/ 34 w 59"/>
                  <a:gd name="T3" fmla="*/ 71 h 83"/>
                  <a:gd name="T4" fmla="*/ 18 w 59"/>
                  <a:gd name="T5" fmla="*/ 69 h 83"/>
                  <a:gd name="T6" fmla="*/ 10 w 59"/>
                  <a:gd name="T7" fmla="*/ 59 h 83"/>
                  <a:gd name="T8" fmla="*/ 10 w 59"/>
                  <a:gd name="T9" fmla="*/ 0 h 83"/>
                  <a:gd name="T10" fmla="*/ 0 w 59"/>
                  <a:gd name="T11" fmla="*/ 0 h 83"/>
                  <a:gd name="T12" fmla="*/ 0 w 59"/>
                  <a:gd name="T13" fmla="*/ 60 h 83"/>
                  <a:gd name="T14" fmla="*/ 27 w 59"/>
                  <a:gd name="T15" fmla="*/ 83 h 83"/>
                  <a:gd name="T16" fmla="*/ 31 w 59"/>
                  <a:gd name="T17" fmla="*/ 83 h 83"/>
                  <a:gd name="T18" fmla="*/ 59 w 59"/>
                  <a:gd name="T19" fmla="*/ 57 h 83"/>
                  <a:gd name="T20" fmla="*/ 59 w 59"/>
                  <a:gd name="T21" fmla="*/ 0 h 83"/>
                  <a:gd name="T22" fmla="*/ 49 w 59"/>
                  <a:gd name="T23" fmla="*/ 0 h 83"/>
                  <a:gd name="T24" fmla="*/ 49 w 59"/>
                  <a:gd name="T25" fmla="*/ 5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83">
                    <a:moveTo>
                      <a:pt x="49" y="51"/>
                    </a:moveTo>
                    <a:cubicBezTo>
                      <a:pt x="49" y="60"/>
                      <a:pt x="43" y="72"/>
                      <a:pt x="34" y="71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5" y="66"/>
                      <a:pt x="10" y="63"/>
                      <a:pt x="10" y="5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2"/>
                      <a:pt x="15" y="83"/>
                      <a:pt x="27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44" y="83"/>
                      <a:pt x="59" y="70"/>
                      <a:pt x="59" y="5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49" y="0"/>
                      <a:pt x="49" y="0"/>
                      <a:pt x="49" y="0"/>
                    </a:cubicBezTo>
                    <a:lnTo>
                      <a:pt x="49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7" name="îS1îďe"/>
              <p:cNvSpPr/>
              <p:nvPr/>
            </p:nvSpPr>
            <p:spPr bwMode="auto">
              <a:xfrm>
                <a:off x="2820988" y="5013325"/>
                <a:ext cx="273050" cy="312738"/>
              </a:xfrm>
              <a:custGeom>
                <a:avLst/>
                <a:gdLst>
                  <a:gd name="T0" fmla="*/ 46 w 83"/>
                  <a:gd name="T1" fmla="*/ 1 h 95"/>
                  <a:gd name="T2" fmla="*/ 63 w 83"/>
                  <a:gd name="T3" fmla="*/ 56 h 95"/>
                  <a:gd name="T4" fmla="*/ 8 w 83"/>
                  <a:gd name="T5" fmla="*/ 15 h 95"/>
                  <a:gd name="T6" fmla="*/ 0 w 83"/>
                  <a:gd name="T7" fmla="*/ 18 h 95"/>
                  <a:gd name="T8" fmla="*/ 25 w 83"/>
                  <a:gd name="T9" fmla="*/ 95 h 95"/>
                  <a:gd name="T10" fmla="*/ 37 w 83"/>
                  <a:gd name="T11" fmla="*/ 92 h 95"/>
                  <a:gd name="T12" fmla="*/ 17 w 83"/>
                  <a:gd name="T13" fmla="*/ 34 h 95"/>
                  <a:gd name="T14" fmla="*/ 72 w 83"/>
                  <a:gd name="T15" fmla="*/ 80 h 95"/>
                  <a:gd name="T16" fmla="*/ 83 w 83"/>
                  <a:gd name="T17" fmla="*/ 77 h 95"/>
                  <a:gd name="T18" fmla="*/ 57 w 83"/>
                  <a:gd name="T19" fmla="*/ 0 h 95"/>
                  <a:gd name="T20" fmla="*/ 46 w 83"/>
                  <a:gd name="T21" fmla="*/ 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95">
                    <a:moveTo>
                      <a:pt x="46" y="1"/>
                    </a:moveTo>
                    <a:cubicBezTo>
                      <a:pt x="63" y="56"/>
                      <a:pt x="63" y="56"/>
                      <a:pt x="63" y="56"/>
                    </a:cubicBezTo>
                    <a:cubicBezTo>
                      <a:pt x="53" y="53"/>
                      <a:pt x="16" y="15"/>
                      <a:pt x="8" y="15"/>
                    </a:cubicBezTo>
                    <a:cubicBezTo>
                      <a:pt x="7" y="15"/>
                      <a:pt x="1" y="17"/>
                      <a:pt x="0" y="18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83" y="77"/>
                      <a:pt x="83" y="77"/>
                      <a:pt x="83" y="77"/>
                    </a:cubicBezTo>
                    <a:cubicBezTo>
                      <a:pt x="57" y="0"/>
                      <a:pt x="57" y="0"/>
                      <a:pt x="57" y="0"/>
                    </a:cubicBezTo>
                    <a:lnTo>
                      <a:pt x="46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8" name="îṥḷiďê"/>
              <p:cNvSpPr/>
              <p:nvPr/>
            </p:nvSpPr>
            <p:spPr bwMode="auto">
              <a:xfrm>
                <a:off x="3078163" y="4970463"/>
                <a:ext cx="171450" cy="247650"/>
              </a:xfrm>
              <a:custGeom>
                <a:avLst/>
                <a:gdLst>
                  <a:gd name="T0" fmla="*/ 0 w 108"/>
                  <a:gd name="T1" fmla="*/ 8 h 156"/>
                  <a:gd name="T2" fmla="*/ 89 w 108"/>
                  <a:gd name="T3" fmla="*/ 156 h 156"/>
                  <a:gd name="T4" fmla="*/ 108 w 108"/>
                  <a:gd name="T5" fmla="*/ 145 h 156"/>
                  <a:gd name="T6" fmla="*/ 20 w 108"/>
                  <a:gd name="T7" fmla="*/ 0 h 156"/>
                  <a:gd name="T8" fmla="*/ 0 w 108"/>
                  <a:gd name="T9" fmla="*/ 8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156">
                    <a:moveTo>
                      <a:pt x="0" y="8"/>
                    </a:moveTo>
                    <a:lnTo>
                      <a:pt x="89" y="156"/>
                    </a:lnTo>
                    <a:lnTo>
                      <a:pt x="108" y="145"/>
                    </a:lnTo>
                    <a:lnTo>
                      <a:pt x="20" y="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9" name="îšľíďê"/>
              <p:cNvSpPr/>
              <p:nvPr/>
            </p:nvSpPr>
            <p:spPr bwMode="auto">
              <a:xfrm>
                <a:off x="3189288" y="4835525"/>
                <a:ext cx="241300" cy="293688"/>
              </a:xfrm>
              <a:custGeom>
                <a:avLst/>
                <a:gdLst>
                  <a:gd name="T0" fmla="*/ 48 w 73"/>
                  <a:gd name="T1" fmla="*/ 6 h 89"/>
                  <a:gd name="T2" fmla="*/ 60 w 73"/>
                  <a:gd name="T3" fmla="*/ 69 h 89"/>
                  <a:gd name="T4" fmla="*/ 11 w 73"/>
                  <a:gd name="T5" fmla="*/ 29 h 89"/>
                  <a:gd name="T6" fmla="*/ 0 w 73"/>
                  <a:gd name="T7" fmla="*/ 34 h 89"/>
                  <a:gd name="T8" fmla="*/ 69 w 73"/>
                  <a:gd name="T9" fmla="*/ 89 h 89"/>
                  <a:gd name="T10" fmla="*/ 73 w 73"/>
                  <a:gd name="T11" fmla="*/ 86 h 89"/>
                  <a:gd name="T12" fmla="*/ 58 w 73"/>
                  <a:gd name="T13" fmla="*/ 0 h 89"/>
                  <a:gd name="T14" fmla="*/ 48 w 73"/>
                  <a:gd name="T15" fmla="*/ 6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89">
                    <a:moveTo>
                      <a:pt x="48" y="6"/>
                    </a:moveTo>
                    <a:cubicBezTo>
                      <a:pt x="48" y="25"/>
                      <a:pt x="58" y="50"/>
                      <a:pt x="60" y="69"/>
                    </a:cubicBezTo>
                    <a:cubicBezTo>
                      <a:pt x="52" y="65"/>
                      <a:pt x="12" y="29"/>
                      <a:pt x="11" y="29"/>
                    </a:cubicBezTo>
                    <a:cubicBezTo>
                      <a:pt x="7" y="29"/>
                      <a:pt x="2" y="32"/>
                      <a:pt x="0" y="34"/>
                    </a:cubicBezTo>
                    <a:cubicBezTo>
                      <a:pt x="4" y="39"/>
                      <a:pt x="65" y="89"/>
                      <a:pt x="69" y="89"/>
                    </a:cubicBezTo>
                    <a:cubicBezTo>
                      <a:pt x="69" y="89"/>
                      <a:pt x="72" y="87"/>
                      <a:pt x="73" y="86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5" y="1"/>
                      <a:pt x="48" y="4"/>
                      <a:pt x="4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0" name="işľîḑe"/>
              <p:cNvSpPr/>
              <p:nvPr/>
            </p:nvSpPr>
            <p:spPr bwMode="auto">
              <a:xfrm>
                <a:off x="1590675" y="4738688"/>
                <a:ext cx="325438" cy="327025"/>
              </a:xfrm>
              <a:custGeom>
                <a:avLst/>
                <a:gdLst>
                  <a:gd name="T0" fmla="*/ 189 w 205"/>
                  <a:gd name="T1" fmla="*/ 67 h 206"/>
                  <a:gd name="T2" fmla="*/ 143 w 205"/>
                  <a:gd name="T3" fmla="*/ 115 h 206"/>
                  <a:gd name="T4" fmla="*/ 87 w 205"/>
                  <a:gd name="T5" fmla="*/ 65 h 206"/>
                  <a:gd name="T6" fmla="*/ 131 w 205"/>
                  <a:gd name="T7" fmla="*/ 15 h 206"/>
                  <a:gd name="T8" fmla="*/ 116 w 205"/>
                  <a:gd name="T9" fmla="*/ 0 h 206"/>
                  <a:gd name="T10" fmla="*/ 0 w 205"/>
                  <a:gd name="T11" fmla="*/ 125 h 206"/>
                  <a:gd name="T12" fmla="*/ 12 w 205"/>
                  <a:gd name="T13" fmla="*/ 142 h 206"/>
                  <a:gd name="T14" fmla="*/ 70 w 205"/>
                  <a:gd name="T15" fmla="*/ 81 h 206"/>
                  <a:gd name="T16" fmla="*/ 126 w 205"/>
                  <a:gd name="T17" fmla="*/ 133 h 206"/>
                  <a:gd name="T18" fmla="*/ 70 w 205"/>
                  <a:gd name="T19" fmla="*/ 194 h 206"/>
                  <a:gd name="T20" fmla="*/ 85 w 205"/>
                  <a:gd name="T21" fmla="*/ 206 h 206"/>
                  <a:gd name="T22" fmla="*/ 205 w 205"/>
                  <a:gd name="T23" fmla="*/ 81 h 206"/>
                  <a:gd name="T24" fmla="*/ 189 w 205"/>
                  <a:gd name="T25" fmla="*/ 67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5" h="206">
                    <a:moveTo>
                      <a:pt x="189" y="67"/>
                    </a:moveTo>
                    <a:lnTo>
                      <a:pt x="143" y="115"/>
                    </a:lnTo>
                    <a:lnTo>
                      <a:pt x="87" y="65"/>
                    </a:lnTo>
                    <a:lnTo>
                      <a:pt x="131" y="15"/>
                    </a:lnTo>
                    <a:lnTo>
                      <a:pt x="116" y="0"/>
                    </a:lnTo>
                    <a:lnTo>
                      <a:pt x="0" y="125"/>
                    </a:lnTo>
                    <a:lnTo>
                      <a:pt x="12" y="142"/>
                    </a:lnTo>
                    <a:lnTo>
                      <a:pt x="70" y="81"/>
                    </a:lnTo>
                    <a:lnTo>
                      <a:pt x="126" y="133"/>
                    </a:lnTo>
                    <a:lnTo>
                      <a:pt x="70" y="194"/>
                    </a:lnTo>
                    <a:lnTo>
                      <a:pt x="85" y="206"/>
                    </a:lnTo>
                    <a:lnTo>
                      <a:pt x="205" y="81"/>
                    </a:lnTo>
                    <a:lnTo>
                      <a:pt x="189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1" name="îsļídê"/>
              <p:cNvSpPr/>
              <p:nvPr/>
            </p:nvSpPr>
            <p:spPr bwMode="auto">
              <a:xfrm>
                <a:off x="1830388" y="4946650"/>
                <a:ext cx="250825" cy="303213"/>
              </a:xfrm>
              <a:custGeom>
                <a:avLst/>
                <a:gdLst>
                  <a:gd name="T0" fmla="*/ 67 w 76"/>
                  <a:gd name="T1" fmla="*/ 0 h 92"/>
                  <a:gd name="T2" fmla="*/ 0 w 76"/>
                  <a:gd name="T3" fmla="*/ 57 h 92"/>
                  <a:gd name="T4" fmla="*/ 10 w 76"/>
                  <a:gd name="T5" fmla="*/ 61 h 92"/>
                  <a:gd name="T6" fmla="*/ 28 w 76"/>
                  <a:gd name="T7" fmla="*/ 46 h 92"/>
                  <a:gd name="T8" fmla="*/ 55 w 76"/>
                  <a:gd name="T9" fmla="*/ 66 h 92"/>
                  <a:gd name="T10" fmla="*/ 55 w 76"/>
                  <a:gd name="T11" fmla="*/ 70 h 92"/>
                  <a:gd name="T12" fmla="*/ 53 w 76"/>
                  <a:gd name="T13" fmla="*/ 86 h 92"/>
                  <a:gd name="T14" fmla="*/ 64 w 76"/>
                  <a:gd name="T15" fmla="*/ 92 h 92"/>
                  <a:gd name="T16" fmla="*/ 76 w 76"/>
                  <a:gd name="T17" fmla="*/ 6 h 92"/>
                  <a:gd name="T18" fmla="*/ 67 w 76"/>
                  <a:gd name="T19" fmla="*/ 0 h 92"/>
                  <a:gd name="T20" fmla="*/ 57 w 76"/>
                  <a:gd name="T21" fmla="*/ 52 h 92"/>
                  <a:gd name="T22" fmla="*/ 36 w 76"/>
                  <a:gd name="T23" fmla="*/ 40 h 92"/>
                  <a:gd name="T24" fmla="*/ 63 w 76"/>
                  <a:gd name="T25" fmla="*/ 18 h 92"/>
                  <a:gd name="T26" fmla="*/ 57 w 76"/>
                  <a:gd name="T27" fmla="*/ 5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92">
                    <a:moveTo>
                      <a:pt x="67" y="0"/>
                    </a:moveTo>
                    <a:cubicBezTo>
                      <a:pt x="65" y="0"/>
                      <a:pt x="1" y="54"/>
                      <a:pt x="0" y="57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32" y="49"/>
                      <a:pt x="55" y="61"/>
                      <a:pt x="55" y="66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3" y="86"/>
                      <a:pt x="53" y="86"/>
                      <a:pt x="53" y="86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4"/>
                      <a:pt x="70" y="0"/>
                      <a:pt x="67" y="0"/>
                    </a:cubicBezTo>
                    <a:close/>
                    <a:moveTo>
                      <a:pt x="57" y="52"/>
                    </a:moveTo>
                    <a:cubicBezTo>
                      <a:pt x="36" y="40"/>
                      <a:pt x="36" y="40"/>
                      <a:pt x="36" y="40"/>
                    </a:cubicBezTo>
                    <a:cubicBezTo>
                      <a:pt x="63" y="18"/>
                      <a:pt x="63" y="18"/>
                      <a:pt x="63" y="18"/>
                    </a:cubicBezTo>
                    <a:lnTo>
                      <a:pt x="57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2" name="iṧ1iḍè"/>
              <p:cNvSpPr/>
              <p:nvPr/>
            </p:nvSpPr>
            <p:spPr bwMode="auto">
              <a:xfrm>
                <a:off x="3436938" y="4689475"/>
                <a:ext cx="293688" cy="300038"/>
              </a:xfrm>
              <a:custGeom>
                <a:avLst/>
                <a:gdLst>
                  <a:gd name="T0" fmla="*/ 55 w 89"/>
                  <a:gd name="T1" fmla="*/ 76 h 91"/>
                  <a:gd name="T2" fmla="*/ 38 w 89"/>
                  <a:gd name="T3" fmla="*/ 56 h 91"/>
                  <a:gd name="T4" fmla="*/ 61 w 89"/>
                  <a:gd name="T5" fmla="*/ 35 h 91"/>
                  <a:gd name="T6" fmla="*/ 53 w 89"/>
                  <a:gd name="T7" fmla="*/ 26 h 91"/>
                  <a:gd name="T8" fmla="*/ 31 w 89"/>
                  <a:gd name="T9" fmla="*/ 48 h 91"/>
                  <a:gd name="T10" fmla="*/ 15 w 89"/>
                  <a:gd name="T11" fmla="*/ 31 h 91"/>
                  <a:gd name="T12" fmla="*/ 42 w 89"/>
                  <a:gd name="T13" fmla="*/ 6 h 91"/>
                  <a:gd name="T14" fmla="*/ 32 w 89"/>
                  <a:gd name="T15" fmla="*/ 0 h 91"/>
                  <a:gd name="T16" fmla="*/ 0 w 89"/>
                  <a:gd name="T17" fmla="*/ 31 h 91"/>
                  <a:gd name="T18" fmla="*/ 54 w 89"/>
                  <a:gd name="T19" fmla="*/ 91 h 91"/>
                  <a:gd name="T20" fmla="*/ 89 w 89"/>
                  <a:gd name="T21" fmla="*/ 61 h 91"/>
                  <a:gd name="T22" fmla="*/ 82 w 89"/>
                  <a:gd name="T23" fmla="*/ 53 h 91"/>
                  <a:gd name="T24" fmla="*/ 55 w 89"/>
                  <a:gd name="T25" fmla="*/ 76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9" h="91">
                    <a:moveTo>
                      <a:pt x="55" y="76"/>
                    </a:moveTo>
                    <a:cubicBezTo>
                      <a:pt x="38" y="56"/>
                      <a:pt x="38" y="56"/>
                      <a:pt x="38" y="56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38" y="4"/>
                      <a:pt x="36" y="0"/>
                      <a:pt x="32" y="0"/>
                    </a:cubicBezTo>
                    <a:cubicBezTo>
                      <a:pt x="31" y="0"/>
                      <a:pt x="2" y="27"/>
                      <a:pt x="0" y="31"/>
                    </a:cubicBezTo>
                    <a:cubicBezTo>
                      <a:pt x="54" y="91"/>
                      <a:pt x="54" y="91"/>
                      <a:pt x="54" y="91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82" y="53"/>
                      <a:pt x="82" y="53"/>
                      <a:pt x="82" y="53"/>
                    </a:cubicBezTo>
                    <a:lnTo>
                      <a:pt x="55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3" name="ís1íḑê"/>
              <p:cNvSpPr/>
              <p:nvPr/>
            </p:nvSpPr>
            <p:spPr bwMode="auto">
              <a:xfrm>
                <a:off x="3587750" y="1858963"/>
                <a:ext cx="142875" cy="82550"/>
              </a:xfrm>
              <a:custGeom>
                <a:avLst/>
                <a:gdLst>
                  <a:gd name="T0" fmla="*/ 36 w 43"/>
                  <a:gd name="T1" fmla="*/ 14 h 25"/>
                  <a:gd name="T2" fmla="*/ 32 w 43"/>
                  <a:gd name="T3" fmla="*/ 16 h 25"/>
                  <a:gd name="T4" fmla="*/ 17 w 43"/>
                  <a:gd name="T5" fmla="*/ 16 h 25"/>
                  <a:gd name="T6" fmla="*/ 25 w 43"/>
                  <a:gd name="T7" fmla="*/ 3 h 25"/>
                  <a:gd name="T8" fmla="*/ 20 w 43"/>
                  <a:gd name="T9" fmla="*/ 0 h 25"/>
                  <a:gd name="T10" fmla="*/ 19 w 43"/>
                  <a:gd name="T11" fmla="*/ 0 h 25"/>
                  <a:gd name="T12" fmla="*/ 7 w 43"/>
                  <a:gd name="T13" fmla="*/ 8 h 25"/>
                  <a:gd name="T14" fmla="*/ 9 w 43"/>
                  <a:gd name="T15" fmla="*/ 16 h 25"/>
                  <a:gd name="T16" fmla="*/ 0 w 43"/>
                  <a:gd name="T17" fmla="*/ 17 h 25"/>
                  <a:gd name="T18" fmla="*/ 32 w 43"/>
                  <a:gd name="T19" fmla="*/ 25 h 25"/>
                  <a:gd name="T20" fmla="*/ 34 w 43"/>
                  <a:gd name="T21" fmla="*/ 25 h 25"/>
                  <a:gd name="T22" fmla="*/ 42 w 43"/>
                  <a:gd name="T23" fmla="*/ 18 h 25"/>
                  <a:gd name="T24" fmla="*/ 36 w 43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25">
                    <a:moveTo>
                      <a:pt x="36" y="14"/>
                    </a:moveTo>
                    <a:cubicBezTo>
                      <a:pt x="35" y="15"/>
                      <a:pt x="34" y="16"/>
                      <a:pt x="32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9" y="9"/>
                      <a:pt x="25" y="6"/>
                      <a:pt x="25" y="3"/>
                    </a:cubicBezTo>
                    <a:cubicBezTo>
                      <a:pt x="25" y="0"/>
                      <a:pt x="23" y="0"/>
                      <a:pt x="2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9" y="6"/>
                      <a:pt x="7" y="8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" y="25"/>
                      <a:pt x="22" y="25"/>
                      <a:pt x="32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7" y="25"/>
                      <a:pt x="41" y="22"/>
                      <a:pt x="42" y="18"/>
                    </a:cubicBezTo>
                    <a:cubicBezTo>
                      <a:pt x="43" y="16"/>
                      <a:pt x="38" y="13"/>
                      <a:pt x="36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4" name="îšlídé"/>
              <p:cNvSpPr/>
              <p:nvPr/>
            </p:nvSpPr>
            <p:spPr bwMode="auto">
              <a:xfrm>
                <a:off x="3581400" y="4508500"/>
                <a:ext cx="320675" cy="260350"/>
              </a:xfrm>
              <a:custGeom>
                <a:avLst/>
                <a:gdLst>
                  <a:gd name="T0" fmla="*/ 49 w 97"/>
                  <a:gd name="T1" fmla="*/ 8 h 79"/>
                  <a:gd name="T2" fmla="*/ 34 w 97"/>
                  <a:gd name="T3" fmla="*/ 0 h 79"/>
                  <a:gd name="T4" fmla="*/ 28 w 97"/>
                  <a:gd name="T5" fmla="*/ 0 h 79"/>
                  <a:gd name="T6" fmla="*/ 0 w 97"/>
                  <a:gd name="T7" fmla="*/ 36 h 79"/>
                  <a:gd name="T8" fmla="*/ 67 w 97"/>
                  <a:gd name="T9" fmla="*/ 79 h 79"/>
                  <a:gd name="T10" fmla="*/ 73 w 97"/>
                  <a:gd name="T11" fmla="*/ 70 h 79"/>
                  <a:gd name="T12" fmla="*/ 42 w 97"/>
                  <a:gd name="T13" fmla="*/ 50 h 79"/>
                  <a:gd name="T14" fmla="*/ 58 w 97"/>
                  <a:gd name="T15" fmla="*/ 31 h 79"/>
                  <a:gd name="T16" fmla="*/ 89 w 97"/>
                  <a:gd name="T17" fmla="*/ 44 h 79"/>
                  <a:gd name="T18" fmla="*/ 97 w 97"/>
                  <a:gd name="T19" fmla="*/ 36 h 79"/>
                  <a:gd name="T20" fmla="*/ 62 w 97"/>
                  <a:gd name="T21" fmla="*/ 21 h 79"/>
                  <a:gd name="T22" fmla="*/ 49 w 97"/>
                  <a:gd name="T23" fmla="*/ 8 h 79"/>
                  <a:gd name="T24" fmla="*/ 43 w 97"/>
                  <a:gd name="T25" fmla="*/ 24 h 79"/>
                  <a:gd name="T26" fmla="*/ 33 w 97"/>
                  <a:gd name="T27" fmla="*/ 43 h 79"/>
                  <a:gd name="T28" fmla="*/ 15 w 97"/>
                  <a:gd name="T29" fmla="*/ 31 h 79"/>
                  <a:gd name="T30" fmla="*/ 31 w 97"/>
                  <a:gd name="T31" fmla="*/ 12 h 79"/>
                  <a:gd name="T32" fmla="*/ 43 w 97"/>
                  <a:gd name="T33" fmla="*/ 21 h 79"/>
                  <a:gd name="T34" fmla="*/ 43 w 97"/>
                  <a:gd name="T35" fmla="*/ 2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7" h="79">
                    <a:moveTo>
                      <a:pt x="49" y="8"/>
                    </a:moveTo>
                    <a:cubicBezTo>
                      <a:pt x="46" y="5"/>
                      <a:pt x="40" y="0"/>
                      <a:pt x="3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1" y="0"/>
                      <a:pt x="2" y="28"/>
                      <a:pt x="0" y="36"/>
                    </a:cubicBezTo>
                    <a:cubicBezTo>
                      <a:pt x="10" y="38"/>
                      <a:pt x="61" y="79"/>
                      <a:pt x="67" y="79"/>
                    </a:cubicBezTo>
                    <a:cubicBezTo>
                      <a:pt x="69" y="79"/>
                      <a:pt x="72" y="72"/>
                      <a:pt x="73" y="7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4" y="45"/>
                      <a:pt x="51" y="31"/>
                      <a:pt x="58" y="31"/>
                    </a:cubicBezTo>
                    <a:cubicBezTo>
                      <a:pt x="66" y="31"/>
                      <a:pt x="83" y="44"/>
                      <a:pt x="89" y="44"/>
                    </a:cubicBezTo>
                    <a:cubicBezTo>
                      <a:pt x="92" y="44"/>
                      <a:pt x="95" y="38"/>
                      <a:pt x="97" y="36"/>
                    </a:cubicBezTo>
                    <a:cubicBezTo>
                      <a:pt x="92" y="33"/>
                      <a:pt x="65" y="21"/>
                      <a:pt x="62" y="21"/>
                    </a:cubicBezTo>
                    <a:cubicBezTo>
                      <a:pt x="46" y="19"/>
                      <a:pt x="59" y="19"/>
                      <a:pt x="49" y="8"/>
                    </a:cubicBezTo>
                    <a:close/>
                    <a:moveTo>
                      <a:pt x="43" y="24"/>
                    </a:moveTo>
                    <a:cubicBezTo>
                      <a:pt x="43" y="30"/>
                      <a:pt x="36" y="39"/>
                      <a:pt x="33" y="43"/>
                    </a:cubicBezTo>
                    <a:cubicBezTo>
                      <a:pt x="30" y="41"/>
                      <a:pt x="15" y="34"/>
                      <a:pt x="15" y="31"/>
                    </a:cubicBezTo>
                    <a:cubicBezTo>
                      <a:pt x="15" y="24"/>
                      <a:pt x="26" y="15"/>
                      <a:pt x="31" y="12"/>
                    </a:cubicBezTo>
                    <a:cubicBezTo>
                      <a:pt x="36" y="13"/>
                      <a:pt x="43" y="15"/>
                      <a:pt x="43" y="21"/>
                    </a:cubicBezTo>
                    <a:lnTo>
                      <a:pt x="4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5" name="iSḻîdé"/>
              <p:cNvSpPr/>
              <p:nvPr/>
            </p:nvSpPr>
            <p:spPr bwMode="auto">
              <a:xfrm>
                <a:off x="1428750" y="4591050"/>
                <a:ext cx="260350" cy="273050"/>
              </a:xfrm>
              <a:custGeom>
                <a:avLst/>
                <a:gdLst>
                  <a:gd name="T0" fmla="*/ 42 w 79"/>
                  <a:gd name="T1" fmla="*/ 39 h 83"/>
                  <a:gd name="T2" fmla="*/ 33 w 79"/>
                  <a:gd name="T3" fmla="*/ 45 h 83"/>
                  <a:gd name="T4" fmla="*/ 40 w 79"/>
                  <a:gd name="T5" fmla="*/ 56 h 83"/>
                  <a:gd name="T6" fmla="*/ 24 w 79"/>
                  <a:gd name="T7" fmla="*/ 67 h 83"/>
                  <a:gd name="T8" fmla="*/ 11 w 79"/>
                  <a:gd name="T9" fmla="*/ 43 h 83"/>
                  <a:gd name="T10" fmla="*/ 11 w 79"/>
                  <a:gd name="T11" fmla="*/ 40 h 83"/>
                  <a:gd name="T12" fmla="*/ 45 w 79"/>
                  <a:gd name="T13" fmla="*/ 11 h 83"/>
                  <a:gd name="T14" fmla="*/ 49 w 79"/>
                  <a:gd name="T15" fmla="*/ 11 h 83"/>
                  <a:gd name="T16" fmla="*/ 68 w 79"/>
                  <a:gd name="T17" fmla="*/ 33 h 83"/>
                  <a:gd name="T18" fmla="*/ 64 w 79"/>
                  <a:gd name="T19" fmla="*/ 40 h 83"/>
                  <a:gd name="T20" fmla="*/ 68 w 79"/>
                  <a:gd name="T21" fmla="*/ 51 h 83"/>
                  <a:gd name="T22" fmla="*/ 79 w 79"/>
                  <a:gd name="T23" fmla="*/ 31 h 83"/>
                  <a:gd name="T24" fmla="*/ 79 w 79"/>
                  <a:gd name="T25" fmla="*/ 27 h 83"/>
                  <a:gd name="T26" fmla="*/ 52 w 79"/>
                  <a:gd name="T27" fmla="*/ 0 h 83"/>
                  <a:gd name="T28" fmla="*/ 42 w 79"/>
                  <a:gd name="T29" fmla="*/ 0 h 83"/>
                  <a:gd name="T30" fmla="*/ 0 w 79"/>
                  <a:gd name="T31" fmla="*/ 36 h 83"/>
                  <a:gd name="T32" fmla="*/ 0 w 79"/>
                  <a:gd name="T33" fmla="*/ 43 h 83"/>
                  <a:gd name="T34" fmla="*/ 21 w 79"/>
                  <a:gd name="T35" fmla="*/ 83 h 83"/>
                  <a:gd name="T36" fmla="*/ 56 w 79"/>
                  <a:gd name="T37" fmla="*/ 59 h 83"/>
                  <a:gd name="T38" fmla="*/ 42 w 79"/>
                  <a:gd name="T39" fmla="*/ 3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9" h="83">
                    <a:moveTo>
                      <a:pt x="42" y="39"/>
                    </a:moveTo>
                    <a:cubicBezTo>
                      <a:pt x="33" y="45"/>
                      <a:pt x="33" y="45"/>
                      <a:pt x="33" y="45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0" y="62"/>
                      <a:pt x="11" y="51"/>
                      <a:pt x="11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28"/>
                      <a:pt x="32" y="11"/>
                      <a:pt x="45" y="11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60" y="11"/>
                      <a:pt x="68" y="21"/>
                      <a:pt x="68" y="33"/>
                    </a:cubicBezTo>
                    <a:cubicBezTo>
                      <a:pt x="68" y="38"/>
                      <a:pt x="64" y="37"/>
                      <a:pt x="64" y="40"/>
                    </a:cubicBezTo>
                    <a:cubicBezTo>
                      <a:pt x="64" y="44"/>
                      <a:pt x="67" y="46"/>
                      <a:pt x="68" y="51"/>
                    </a:cubicBezTo>
                    <a:cubicBezTo>
                      <a:pt x="75" y="49"/>
                      <a:pt x="79" y="40"/>
                      <a:pt x="79" y="31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9" y="16"/>
                      <a:pt x="63" y="0"/>
                      <a:pt x="52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28" y="0"/>
                      <a:pt x="0" y="21"/>
                      <a:pt x="0" y="36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57"/>
                      <a:pt x="15" y="72"/>
                      <a:pt x="21" y="83"/>
                    </a:cubicBezTo>
                    <a:cubicBezTo>
                      <a:pt x="56" y="59"/>
                      <a:pt x="56" y="59"/>
                      <a:pt x="56" y="59"/>
                    </a:cubicBezTo>
                    <a:lnTo>
                      <a:pt x="42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6" name="íšľïḋê"/>
              <p:cNvSpPr/>
              <p:nvPr/>
            </p:nvSpPr>
            <p:spPr bwMode="auto">
              <a:xfrm>
                <a:off x="1214438" y="4303713"/>
                <a:ext cx="327025" cy="303213"/>
              </a:xfrm>
              <a:custGeom>
                <a:avLst/>
                <a:gdLst>
                  <a:gd name="T0" fmla="*/ 99 w 99"/>
                  <a:gd name="T1" fmla="*/ 49 h 92"/>
                  <a:gd name="T2" fmla="*/ 96 w 99"/>
                  <a:gd name="T3" fmla="*/ 41 h 92"/>
                  <a:gd name="T4" fmla="*/ 44 w 99"/>
                  <a:gd name="T5" fmla="*/ 71 h 92"/>
                  <a:gd name="T6" fmla="*/ 76 w 99"/>
                  <a:gd name="T7" fmla="*/ 8 h 92"/>
                  <a:gd name="T8" fmla="*/ 71 w 99"/>
                  <a:gd name="T9" fmla="*/ 0 h 92"/>
                  <a:gd name="T10" fmla="*/ 0 w 99"/>
                  <a:gd name="T11" fmla="*/ 40 h 92"/>
                  <a:gd name="T12" fmla="*/ 5 w 99"/>
                  <a:gd name="T13" fmla="*/ 50 h 92"/>
                  <a:gd name="T14" fmla="*/ 57 w 99"/>
                  <a:gd name="T15" fmla="*/ 19 h 92"/>
                  <a:gd name="T16" fmla="*/ 25 w 99"/>
                  <a:gd name="T17" fmla="*/ 83 h 92"/>
                  <a:gd name="T18" fmla="*/ 31 w 99"/>
                  <a:gd name="T19" fmla="*/ 92 h 92"/>
                  <a:gd name="T20" fmla="*/ 99 w 99"/>
                  <a:gd name="T21" fmla="*/ 4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2">
                    <a:moveTo>
                      <a:pt x="99" y="49"/>
                    </a:moveTo>
                    <a:cubicBezTo>
                      <a:pt x="99" y="45"/>
                      <a:pt x="97" y="49"/>
                      <a:pt x="96" y="41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47" y="60"/>
                      <a:pt x="76" y="13"/>
                      <a:pt x="76" y="8"/>
                    </a:cubicBezTo>
                    <a:cubicBezTo>
                      <a:pt x="76" y="8"/>
                      <a:pt x="71" y="0"/>
                      <a:pt x="71" y="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5" y="50"/>
                      <a:pt x="5" y="50"/>
                      <a:pt x="5" y="50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4" y="27"/>
                      <a:pt x="25" y="80"/>
                      <a:pt x="25" y="83"/>
                    </a:cubicBezTo>
                    <a:cubicBezTo>
                      <a:pt x="25" y="87"/>
                      <a:pt x="28" y="90"/>
                      <a:pt x="31" y="92"/>
                    </a:cubicBezTo>
                    <a:cubicBezTo>
                      <a:pt x="39" y="86"/>
                      <a:pt x="99" y="54"/>
                      <a:pt x="99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7" name="îśľïďe"/>
              <p:cNvSpPr/>
              <p:nvPr/>
            </p:nvSpPr>
            <p:spPr bwMode="auto">
              <a:xfrm>
                <a:off x="3724275" y="4268788"/>
                <a:ext cx="269875" cy="230188"/>
              </a:xfrm>
              <a:custGeom>
                <a:avLst/>
                <a:gdLst>
                  <a:gd name="T0" fmla="*/ 0 w 82"/>
                  <a:gd name="T1" fmla="*/ 25 h 70"/>
                  <a:gd name="T2" fmla="*/ 0 w 82"/>
                  <a:gd name="T3" fmla="*/ 34 h 70"/>
                  <a:gd name="T4" fmla="*/ 24 w 82"/>
                  <a:gd name="T5" fmla="*/ 52 h 70"/>
                  <a:gd name="T6" fmla="*/ 61 w 82"/>
                  <a:gd name="T7" fmla="*/ 27 h 70"/>
                  <a:gd name="T8" fmla="*/ 71 w 82"/>
                  <a:gd name="T9" fmla="*/ 36 h 70"/>
                  <a:gd name="T10" fmla="*/ 71 w 82"/>
                  <a:gd name="T11" fmla="*/ 39 h 70"/>
                  <a:gd name="T12" fmla="*/ 59 w 82"/>
                  <a:gd name="T13" fmla="*/ 58 h 70"/>
                  <a:gd name="T14" fmla="*/ 48 w 82"/>
                  <a:gd name="T15" fmla="*/ 58 h 70"/>
                  <a:gd name="T16" fmla="*/ 49 w 82"/>
                  <a:gd name="T17" fmla="*/ 70 h 70"/>
                  <a:gd name="T18" fmla="*/ 57 w 82"/>
                  <a:gd name="T19" fmla="*/ 70 h 70"/>
                  <a:gd name="T20" fmla="*/ 82 w 82"/>
                  <a:gd name="T21" fmla="*/ 43 h 70"/>
                  <a:gd name="T22" fmla="*/ 82 w 82"/>
                  <a:gd name="T23" fmla="*/ 33 h 70"/>
                  <a:gd name="T24" fmla="*/ 64 w 82"/>
                  <a:gd name="T25" fmla="*/ 16 h 70"/>
                  <a:gd name="T26" fmla="*/ 55 w 82"/>
                  <a:gd name="T27" fmla="*/ 16 h 70"/>
                  <a:gd name="T28" fmla="*/ 24 w 82"/>
                  <a:gd name="T29" fmla="*/ 40 h 70"/>
                  <a:gd name="T30" fmla="*/ 18 w 82"/>
                  <a:gd name="T31" fmla="*/ 40 h 70"/>
                  <a:gd name="T32" fmla="*/ 11 w 82"/>
                  <a:gd name="T33" fmla="*/ 33 h 70"/>
                  <a:gd name="T34" fmla="*/ 11 w 82"/>
                  <a:gd name="T35" fmla="*/ 27 h 70"/>
                  <a:gd name="T36" fmla="*/ 22 w 82"/>
                  <a:gd name="T37" fmla="*/ 11 h 70"/>
                  <a:gd name="T38" fmla="*/ 31 w 82"/>
                  <a:gd name="T39" fmla="*/ 10 h 70"/>
                  <a:gd name="T40" fmla="*/ 34 w 82"/>
                  <a:gd name="T41" fmla="*/ 0 h 70"/>
                  <a:gd name="T42" fmla="*/ 22 w 82"/>
                  <a:gd name="T43" fmla="*/ 0 h 70"/>
                  <a:gd name="T44" fmla="*/ 0 w 82"/>
                  <a:gd name="T45" fmla="*/ 2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2" h="70">
                    <a:moveTo>
                      <a:pt x="0" y="25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45"/>
                      <a:pt x="13" y="52"/>
                      <a:pt x="24" y="52"/>
                    </a:cubicBezTo>
                    <a:cubicBezTo>
                      <a:pt x="38" y="52"/>
                      <a:pt x="48" y="27"/>
                      <a:pt x="61" y="27"/>
                    </a:cubicBezTo>
                    <a:cubicBezTo>
                      <a:pt x="65" y="27"/>
                      <a:pt x="71" y="32"/>
                      <a:pt x="71" y="36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1" y="49"/>
                      <a:pt x="66" y="54"/>
                      <a:pt x="59" y="58"/>
                    </a:cubicBezTo>
                    <a:cubicBezTo>
                      <a:pt x="48" y="58"/>
                      <a:pt x="48" y="58"/>
                      <a:pt x="48" y="58"/>
                    </a:cubicBezTo>
                    <a:cubicBezTo>
                      <a:pt x="46" y="61"/>
                      <a:pt x="41" y="70"/>
                      <a:pt x="49" y="70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67" y="70"/>
                      <a:pt x="82" y="53"/>
                      <a:pt x="82" y="43"/>
                    </a:cubicBezTo>
                    <a:cubicBezTo>
                      <a:pt x="82" y="33"/>
                      <a:pt x="82" y="33"/>
                      <a:pt x="82" y="33"/>
                    </a:cubicBezTo>
                    <a:cubicBezTo>
                      <a:pt x="82" y="25"/>
                      <a:pt x="71" y="16"/>
                      <a:pt x="64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48" y="16"/>
                      <a:pt x="31" y="40"/>
                      <a:pt x="24" y="40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4" y="40"/>
                      <a:pt x="11" y="36"/>
                      <a:pt x="11" y="33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1"/>
                      <a:pt x="17" y="11"/>
                      <a:pt x="22" y="11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1" y="0"/>
                      <a:pt x="0" y="16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8" name="ïṩľiḓé"/>
              <p:cNvSpPr/>
              <p:nvPr/>
            </p:nvSpPr>
            <p:spPr bwMode="auto">
              <a:xfrm>
                <a:off x="3802063" y="4143375"/>
                <a:ext cx="271463" cy="107950"/>
              </a:xfrm>
              <a:custGeom>
                <a:avLst/>
                <a:gdLst>
                  <a:gd name="T0" fmla="*/ 171 w 171"/>
                  <a:gd name="T1" fmla="*/ 41 h 68"/>
                  <a:gd name="T2" fmla="*/ 3 w 171"/>
                  <a:gd name="T3" fmla="*/ 0 h 68"/>
                  <a:gd name="T4" fmla="*/ 0 w 171"/>
                  <a:gd name="T5" fmla="*/ 20 h 68"/>
                  <a:gd name="T6" fmla="*/ 167 w 171"/>
                  <a:gd name="T7" fmla="*/ 68 h 68"/>
                  <a:gd name="T8" fmla="*/ 171 w 171"/>
                  <a:gd name="T9" fmla="*/ 4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1" h="68">
                    <a:moveTo>
                      <a:pt x="171" y="41"/>
                    </a:moveTo>
                    <a:lnTo>
                      <a:pt x="3" y="0"/>
                    </a:lnTo>
                    <a:lnTo>
                      <a:pt x="0" y="20"/>
                    </a:lnTo>
                    <a:lnTo>
                      <a:pt x="167" y="68"/>
                    </a:lnTo>
                    <a:lnTo>
                      <a:pt x="171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9" name="ïŝľîdé"/>
              <p:cNvSpPr/>
              <p:nvPr/>
            </p:nvSpPr>
            <p:spPr bwMode="auto">
              <a:xfrm>
                <a:off x="1104900" y="4146550"/>
                <a:ext cx="300038" cy="230188"/>
              </a:xfrm>
              <a:custGeom>
                <a:avLst/>
                <a:gdLst>
                  <a:gd name="T0" fmla="*/ 85 w 91"/>
                  <a:gd name="T1" fmla="*/ 0 h 70"/>
                  <a:gd name="T2" fmla="*/ 0 w 91"/>
                  <a:gd name="T3" fmla="*/ 0 h 70"/>
                  <a:gd name="T4" fmla="*/ 8 w 91"/>
                  <a:gd name="T5" fmla="*/ 12 h 70"/>
                  <a:gd name="T6" fmla="*/ 28 w 91"/>
                  <a:gd name="T7" fmla="*/ 12 h 70"/>
                  <a:gd name="T8" fmla="*/ 39 w 91"/>
                  <a:gd name="T9" fmla="*/ 42 h 70"/>
                  <a:gd name="T10" fmla="*/ 22 w 91"/>
                  <a:gd name="T11" fmla="*/ 61 h 70"/>
                  <a:gd name="T12" fmla="*/ 25 w 91"/>
                  <a:gd name="T13" fmla="*/ 70 h 70"/>
                  <a:gd name="T14" fmla="*/ 91 w 91"/>
                  <a:gd name="T15" fmla="*/ 9 h 70"/>
                  <a:gd name="T16" fmla="*/ 85 w 91"/>
                  <a:gd name="T17" fmla="*/ 0 h 70"/>
                  <a:gd name="T18" fmla="*/ 47 w 91"/>
                  <a:gd name="T19" fmla="*/ 35 h 70"/>
                  <a:gd name="T20" fmla="*/ 39 w 91"/>
                  <a:gd name="T21" fmla="*/ 12 h 70"/>
                  <a:gd name="T22" fmla="*/ 73 w 91"/>
                  <a:gd name="T23" fmla="*/ 12 h 70"/>
                  <a:gd name="T24" fmla="*/ 47 w 91"/>
                  <a:gd name="T25" fmla="*/ 3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" h="70">
                    <a:moveTo>
                      <a:pt x="8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12"/>
                      <a:pt x="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21"/>
                      <a:pt x="39" y="37"/>
                      <a:pt x="39" y="42"/>
                    </a:cubicBezTo>
                    <a:cubicBezTo>
                      <a:pt x="39" y="45"/>
                      <a:pt x="22" y="55"/>
                      <a:pt x="22" y="61"/>
                    </a:cubicBezTo>
                    <a:cubicBezTo>
                      <a:pt x="22" y="64"/>
                      <a:pt x="24" y="66"/>
                      <a:pt x="25" y="70"/>
                    </a:cubicBezTo>
                    <a:cubicBezTo>
                      <a:pt x="91" y="9"/>
                      <a:pt x="91" y="9"/>
                      <a:pt x="91" y="9"/>
                    </a:cubicBezTo>
                    <a:cubicBezTo>
                      <a:pt x="90" y="4"/>
                      <a:pt x="90" y="0"/>
                      <a:pt x="85" y="0"/>
                    </a:cubicBezTo>
                    <a:close/>
                    <a:moveTo>
                      <a:pt x="47" y="35"/>
                    </a:moveTo>
                    <a:cubicBezTo>
                      <a:pt x="39" y="12"/>
                      <a:pt x="39" y="12"/>
                      <a:pt x="39" y="12"/>
                    </a:cubicBezTo>
                    <a:cubicBezTo>
                      <a:pt x="73" y="12"/>
                      <a:pt x="73" y="12"/>
                      <a:pt x="73" y="12"/>
                    </a:cubicBezTo>
                    <a:lnTo>
                      <a:pt x="4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0" name="ïs1ïḋe"/>
              <p:cNvSpPr/>
              <p:nvPr/>
            </p:nvSpPr>
            <p:spPr bwMode="auto">
              <a:xfrm>
                <a:off x="1076325" y="3840163"/>
                <a:ext cx="282575" cy="196850"/>
              </a:xfrm>
              <a:custGeom>
                <a:avLst/>
                <a:gdLst>
                  <a:gd name="T0" fmla="*/ 54 w 178"/>
                  <a:gd name="T1" fmla="*/ 103 h 124"/>
                  <a:gd name="T2" fmla="*/ 6 w 178"/>
                  <a:gd name="T3" fmla="*/ 103 h 124"/>
                  <a:gd name="T4" fmla="*/ 6 w 178"/>
                  <a:gd name="T5" fmla="*/ 124 h 124"/>
                  <a:gd name="T6" fmla="*/ 178 w 178"/>
                  <a:gd name="T7" fmla="*/ 118 h 124"/>
                  <a:gd name="T8" fmla="*/ 178 w 178"/>
                  <a:gd name="T9" fmla="*/ 97 h 124"/>
                  <a:gd name="T10" fmla="*/ 112 w 178"/>
                  <a:gd name="T11" fmla="*/ 97 h 124"/>
                  <a:gd name="T12" fmla="*/ 104 w 178"/>
                  <a:gd name="T13" fmla="*/ 25 h 124"/>
                  <a:gd name="T14" fmla="*/ 176 w 178"/>
                  <a:gd name="T15" fmla="*/ 22 h 124"/>
                  <a:gd name="T16" fmla="*/ 176 w 178"/>
                  <a:gd name="T17" fmla="*/ 0 h 124"/>
                  <a:gd name="T18" fmla="*/ 31 w 178"/>
                  <a:gd name="T19" fmla="*/ 6 h 124"/>
                  <a:gd name="T20" fmla="*/ 0 w 178"/>
                  <a:gd name="T21" fmla="*/ 6 h 124"/>
                  <a:gd name="T22" fmla="*/ 0 w 178"/>
                  <a:gd name="T23" fmla="*/ 29 h 124"/>
                  <a:gd name="T24" fmla="*/ 41 w 178"/>
                  <a:gd name="T25" fmla="*/ 27 h 124"/>
                  <a:gd name="T26" fmla="*/ 83 w 178"/>
                  <a:gd name="T27" fmla="*/ 27 h 124"/>
                  <a:gd name="T28" fmla="*/ 87 w 178"/>
                  <a:gd name="T29" fmla="*/ 79 h 124"/>
                  <a:gd name="T30" fmla="*/ 87 w 178"/>
                  <a:gd name="T31" fmla="*/ 101 h 124"/>
                  <a:gd name="T32" fmla="*/ 54 w 178"/>
                  <a:gd name="T33" fmla="*/ 103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8" h="124">
                    <a:moveTo>
                      <a:pt x="54" y="103"/>
                    </a:moveTo>
                    <a:lnTo>
                      <a:pt x="6" y="103"/>
                    </a:lnTo>
                    <a:lnTo>
                      <a:pt x="6" y="124"/>
                    </a:lnTo>
                    <a:lnTo>
                      <a:pt x="178" y="118"/>
                    </a:lnTo>
                    <a:lnTo>
                      <a:pt x="178" y="97"/>
                    </a:lnTo>
                    <a:lnTo>
                      <a:pt x="112" y="97"/>
                    </a:lnTo>
                    <a:lnTo>
                      <a:pt x="104" y="25"/>
                    </a:lnTo>
                    <a:lnTo>
                      <a:pt x="176" y="22"/>
                    </a:lnTo>
                    <a:lnTo>
                      <a:pt x="176" y="0"/>
                    </a:lnTo>
                    <a:lnTo>
                      <a:pt x="31" y="6"/>
                    </a:lnTo>
                    <a:lnTo>
                      <a:pt x="0" y="6"/>
                    </a:lnTo>
                    <a:lnTo>
                      <a:pt x="0" y="29"/>
                    </a:lnTo>
                    <a:lnTo>
                      <a:pt x="41" y="27"/>
                    </a:lnTo>
                    <a:lnTo>
                      <a:pt x="83" y="27"/>
                    </a:lnTo>
                    <a:lnTo>
                      <a:pt x="87" y="79"/>
                    </a:lnTo>
                    <a:lnTo>
                      <a:pt x="87" y="101"/>
                    </a:lnTo>
                    <a:lnTo>
                      <a:pt x="54" y="1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1" name="iŝļíďè"/>
              <p:cNvSpPr/>
              <p:nvPr/>
            </p:nvSpPr>
            <p:spPr bwMode="auto">
              <a:xfrm>
                <a:off x="3822700" y="3895725"/>
                <a:ext cx="287338" cy="198438"/>
              </a:xfrm>
              <a:custGeom>
                <a:avLst/>
                <a:gdLst>
                  <a:gd name="T0" fmla="*/ 7 w 87"/>
                  <a:gd name="T1" fmla="*/ 60 h 60"/>
                  <a:gd name="T2" fmla="*/ 13 w 87"/>
                  <a:gd name="T3" fmla="*/ 60 h 60"/>
                  <a:gd name="T4" fmla="*/ 15 w 87"/>
                  <a:gd name="T5" fmla="*/ 37 h 60"/>
                  <a:gd name="T6" fmla="*/ 87 w 87"/>
                  <a:gd name="T7" fmla="*/ 44 h 60"/>
                  <a:gd name="T8" fmla="*/ 87 w 87"/>
                  <a:gd name="T9" fmla="*/ 33 h 60"/>
                  <a:gd name="T10" fmla="*/ 18 w 87"/>
                  <a:gd name="T11" fmla="*/ 25 h 60"/>
                  <a:gd name="T12" fmla="*/ 17 w 87"/>
                  <a:gd name="T13" fmla="*/ 17 h 60"/>
                  <a:gd name="T14" fmla="*/ 19 w 87"/>
                  <a:gd name="T15" fmla="*/ 0 h 60"/>
                  <a:gd name="T16" fmla="*/ 9 w 87"/>
                  <a:gd name="T17" fmla="*/ 0 h 60"/>
                  <a:gd name="T18" fmla="*/ 5 w 87"/>
                  <a:gd name="T19" fmla="*/ 33 h 60"/>
                  <a:gd name="T20" fmla="*/ 7 w 87"/>
                  <a:gd name="T21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60">
                    <a:moveTo>
                      <a:pt x="7" y="60"/>
                    </a:moveTo>
                    <a:cubicBezTo>
                      <a:pt x="13" y="60"/>
                      <a:pt x="13" y="60"/>
                      <a:pt x="13" y="60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87" y="44"/>
                      <a:pt x="87" y="44"/>
                      <a:pt x="87" y="44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0"/>
                      <a:pt x="7" y="22"/>
                      <a:pt x="5" y="33"/>
                    </a:cubicBezTo>
                    <a:cubicBezTo>
                      <a:pt x="5" y="39"/>
                      <a:pt x="0" y="60"/>
                      <a:pt x="7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2" name="ïṩḻiďè"/>
              <p:cNvSpPr/>
              <p:nvPr/>
            </p:nvSpPr>
            <p:spPr bwMode="auto">
              <a:xfrm>
                <a:off x="3852863" y="3602038"/>
                <a:ext cx="276225" cy="220663"/>
              </a:xfrm>
              <a:custGeom>
                <a:avLst/>
                <a:gdLst>
                  <a:gd name="T0" fmla="*/ 0 w 84"/>
                  <a:gd name="T1" fmla="*/ 67 h 67"/>
                  <a:gd name="T2" fmla="*/ 47 w 84"/>
                  <a:gd name="T3" fmla="*/ 43 h 67"/>
                  <a:gd name="T4" fmla="*/ 53 w 84"/>
                  <a:gd name="T5" fmla="*/ 43 h 67"/>
                  <a:gd name="T6" fmla="*/ 84 w 84"/>
                  <a:gd name="T7" fmla="*/ 45 h 67"/>
                  <a:gd name="T8" fmla="*/ 84 w 84"/>
                  <a:gd name="T9" fmla="*/ 37 h 67"/>
                  <a:gd name="T10" fmla="*/ 49 w 84"/>
                  <a:gd name="T11" fmla="*/ 32 h 67"/>
                  <a:gd name="T12" fmla="*/ 5 w 84"/>
                  <a:gd name="T13" fmla="*/ 0 h 67"/>
                  <a:gd name="T14" fmla="*/ 4 w 84"/>
                  <a:gd name="T15" fmla="*/ 11 h 67"/>
                  <a:gd name="T16" fmla="*/ 35 w 84"/>
                  <a:gd name="T17" fmla="*/ 36 h 67"/>
                  <a:gd name="T18" fmla="*/ 0 w 84"/>
                  <a:gd name="T19" fmla="*/ 55 h 67"/>
                  <a:gd name="T20" fmla="*/ 0 w 84"/>
                  <a:gd name="T21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" h="67">
                    <a:moveTo>
                      <a:pt x="0" y="67"/>
                    </a:moveTo>
                    <a:cubicBezTo>
                      <a:pt x="5" y="64"/>
                      <a:pt x="42" y="43"/>
                      <a:pt x="47" y="4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84" y="45"/>
                      <a:pt x="84" y="45"/>
                      <a:pt x="84" y="45"/>
                    </a:cubicBezTo>
                    <a:cubicBezTo>
                      <a:pt x="84" y="37"/>
                      <a:pt x="84" y="37"/>
                      <a:pt x="84" y="37"/>
                    </a:cubicBezTo>
                    <a:cubicBezTo>
                      <a:pt x="84" y="30"/>
                      <a:pt x="57" y="32"/>
                      <a:pt x="49" y="3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6"/>
                      <a:pt x="31" y="30"/>
                      <a:pt x="35" y="36"/>
                    </a:cubicBezTo>
                    <a:cubicBezTo>
                      <a:pt x="0" y="55"/>
                      <a:pt x="0" y="55"/>
                      <a:pt x="0" y="55"/>
                    </a:cubicBezTo>
                    <a:lnTo>
                      <a:pt x="0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3" name="íṧ1iḍé"/>
              <p:cNvSpPr/>
              <p:nvPr/>
            </p:nvSpPr>
            <p:spPr bwMode="auto">
              <a:xfrm>
                <a:off x="1082675" y="3568700"/>
                <a:ext cx="273050" cy="185738"/>
              </a:xfrm>
              <a:custGeom>
                <a:avLst/>
                <a:gdLst>
                  <a:gd name="T0" fmla="*/ 19 w 83"/>
                  <a:gd name="T1" fmla="*/ 56 h 56"/>
                  <a:gd name="T2" fmla="*/ 26 w 83"/>
                  <a:gd name="T3" fmla="*/ 56 h 56"/>
                  <a:gd name="T4" fmla="*/ 59 w 83"/>
                  <a:gd name="T5" fmla="*/ 13 h 56"/>
                  <a:gd name="T6" fmla="*/ 64 w 83"/>
                  <a:gd name="T7" fmla="*/ 13 h 56"/>
                  <a:gd name="T8" fmla="*/ 74 w 83"/>
                  <a:gd name="T9" fmla="*/ 25 h 56"/>
                  <a:gd name="T10" fmla="*/ 74 w 83"/>
                  <a:gd name="T11" fmla="*/ 34 h 56"/>
                  <a:gd name="T12" fmla="*/ 62 w 83"/>
                  <a:gd name="T13" fmla="*/ 44 h 56"/>
                  <a:gd name="T14" fmla="*/ 62 w 83"/>
                  <a:gd name="T15" fmla="*/ 56 h 56"/>
                  <a:gd name="T16" fmla="*/ 83 w 83"/>
                  <a:gd name="T17" fmla="*/ 36 h 56"/>
                  <a:gd name="T18" fmla="*/ 83 w 83"/>
                  <a:gd name="T19" fmla="*/ 22 h 56"/>
                  <a:gd name="T20" fmla="*/ 62 w 83"/>
                  <a:gd name="T21" fmla="*/ 3 h 56"/>
                  <a:gd name="T22" fmla="*/ 58 w 83"/>
                  <a:gd name="T23" fmla="*/ 3 h 56"/>
                  <a:gd name="T24" fmla="*/ 22 w 83"/>
                  <a:gd name="T25" fmla="*/ 46 h 56"/>
                  <a:gd name="T26" fmla="*/ 10 w 83"/>
                  <a:gd name="T27" fmla="*/ 33 h 56"/>
                  <a:gd name="T28" fmla="*/ 10 w 83"/>
                  <a:gd name="T29" fmla="*/ 27 h 56"/>
                  <a:gd name="T30" fmla="*/ 25 w 83"/>
                  <a:gd name="T31" fmla="*/ 12 h 56"/>
                  <a:gd name="T32" fmla="*/ 25 w 83"/>
                  <a:gd name="T33" fmla="*/ 0 h 56"/>
                  <a:gd name="T34" fmla="*/ 0 w 83"/>
                  <a:gd name="T35" fmla="*/ 33 h 56"/>
                  <a:gd name="T36" fmla="*/ 19 w 83"/>
                  <a:gd name="T3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3" h="56">
                    <a:moveTo>
                      <a:pt x="19" y="56"/>
                    </a:moveTo>
                    <a:cubicBezTo>
                      <a:pt x="26" y="56"/>
                      <a:pt x="26" y="56"/>
                      <a:pt x="26" y="56"/>
                    </a:cubicBezTo>
                    <a:cubicBezTo>
                      <a:pt x="48" y="56"/>
                      <a:pt x="45" y="13"/>
                      <a:pt x="59" y="13"/>
                    </a:cubicBezTo>
                    <a:cubicBezTo>
                      <a:pt x="64" y="13"/>
                      <a:pt x="64" y="13"/>
                      <a:pt x="64" y="13"/>
                    </a:cubicBezTo>
                    <a:cubicBezTo>
                      <a:pt x="68" y="13"/>
                      <a:pt x="74" y="22"/>
                      <a:pt x="74" y="25"/>
                    </a:cubicBezTo>
                    <a:cubicBezTo>
                      <a:pt x="74" y="34"/>
                      <a:pt x="74" y="34"/>
                      <a:pt x="74" y="34"/>
                    </a:cubicBezTo>
                    <a:cubicBezTo>
                      <a:pt x="74" y="40"/>
                      <a:pt x="68" y="44"/>
                      <a:pt x="62" y="44"/>
                    </a:cubicBezTo>
                    <a:cubicBezTo>
                      <a:pt x="62" y="56"/>
                      <a:pt x="62" y="56"/>
                      <a:pt x="62" y="56"/>
                    </a:cubicBezTo>
                    <a:cubicBezTo>
                      <a:pt x="72" y="56"/>
                      <a:pt x="83" y="46"/>
                      <a:pt x="83" y="36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3" y="12"/>
                      <a:pt x="73" y="3"/>
                      <a:pt x="62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32" y="3"/>
                      <a:pt x="42" y="46"/>
                      <a:pt x="22" y="46"/>
                    </a:cubicBezTo>
                    <a:cubicBezTo>
                      <a:pt x="14" y="46"/>
                      <a:pt x="10" y="40"/>
                      <a:pt x="10" y="33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18"/>
                      <a:pt x="16" y="12"/>
                      <a:pt x="25" y="1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8" y="0"/>
                      <a:pt x="0" y="14"/>
                      <a:pt x="0" y="33"/>
                    </a:cubicBezTo>
                    <a:cubicBezTo>
                      <a:pt x="0" y="44"/>
                      <a:pt x="8" y="56"/>
                      <a:pt x="19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4" name="isliḓè"/>
              <p:cNvSpPr/>
              <p:nvPr/>
            </p:nvSpPr>
            <p:spPr bwMode="auto">
              <a:xfrm>
                <a:off x="2108200" y="1498600"/>
                <a:ext cx="333375" cy="415925"/>
              </a:xfrm>
              <a:custGeom>
                <a:avLst/>
                <a:gdLst>
                  <a:gd name="T0" fmla="*/ 9 w 101"/>
                  <a:gd name="T1" fmla="*/ 58 h 126"/>
                  <a:gd name="T2" fmla="*/ 0 w 101"/>
                  <a:gd name="T3" fmla="*/ 85 h 126"/>
                  <a:gd name="T4" fmla="*/ 29 w 101"/>
                  <a:gd name="T5" fmla="*/ 119 h 126"/>
                  <a:gd name="T6" fmla="*/ 36 w 101"/>
                  <a:gd name="T7" fmla="*/ 92 h 126"/>
                  <a:gd name="T8" fmla="*/ 46 w 101"/>
                  <a:gd name="T9" fmla="*/ 113 h 126"/>
                  <a:gd name="T10" fmla="*/ 86 w 101"/>
                  <a:gd name="T11" fmla="*/ 94 h 126"/>
                  <a:gd name="T12" fmla="*/ 81 w 101"/>
                  <a:gd name="T13" fmla="*/ 83 h 126"/>
                  <a:gd name="T14" fmla="*/ 101 w 101"/>
                  <a:gd name="T15" fmla="*/ 52 h 126"/>
                  <a:gd name="T16" fmla="*/ 95 w 101"/>
                  <a:gd name="T17" fmla="*/ 49 h 126"/>
                  <a:gd name="T18" fmla="*/ 67 w 101"/>
                  <a:gd name="T19" fmla="*/ 34 h 126"/>
                  <a:gd name="T20" fmla="*/ 65 w 101"/>
                  <a:gd name="T21" fmla="*/ 14 h 126"/>
                  <a:gd name="T22" fmla="*/ 46 w 101"/>
                  <a:gd name="T23" fmla="*/ 20 h 126"/>
                  <a:gd name="T24" fmla="*/ 45 w 101"/>
                  <a:gd name="T25" fmla="*/ 24 h 126"/>
                  <a:gd name="T26" fmla="*/ 39 w 101"/>
                  <a:gd name="T27" fmla="*/ 27 h 126"/>
                  <a:gd name="T28" fmla="*/ 39 w 101"/>
                  <a:gd name="T29" fmla="*/ 2 h 126"/>
                  <a:gd name="T30" fmla="*/ 35 w 101"/>
                  <a:gd name="T31" fmla="*/ 0 h 126"/>
                  <a:gd name="T32" fmla="*/ 32 w 101"/>
                  <a:gd name="T33" fmla="*/ 3 h 126"/>
                  <a:gd name="T34" fmla="*/ 24 w 101"/>
                  <a:gd name="T35" fmla="*/ 40 h 126"/>
                  <a:gd name="T36" fmla="*/ 37 w 101"/>
                  <a:gd name="T37" fmla="*/ 49 h 126"/>
                  <a:gd name="T38" fmla="*/ 43 w 101"/>
                  <a:gd name="T39" fmla="*/ 42 h 126"/>
                  <a:gd name="T40" fmla="*/ 38 w 101"/>
                  <a:gd name="T41" fmla="*/ 64 h 126"/>
                  <a:gd name="T42" fmla="*/ 27 w 101"/>
                  <a:gd name="T43" fmla="*/ 90 h 126"/>
                  <a:gd name="T44" fmla="*/ 24 w 101"/>
                  <a:gd name="T45" fmla="*/ 71 h 126"/>
                  <a:gd name="T46" fmla="*/ 15 w 101"/>
                  <a:gd name="T47" fmla="*/ 64 h 126"/>
                  <a:gd name="T48" fmla="*/ 73 w 101"/>
                  <a:gd name="T49" fmla="*/ 92 h 126"/>
                  <a:gd name="T50" fmla="*/ 52 w 101"/>
                  <a:gd name="T51" fmla="*/ 94 h 126"/>
                  <a:gd name="T52" fmla="*/ 54 w 101"/>
                  <a:gd name="T53" fmla="*/ 77 h 126"/>
                  <a:gd name="T54" fmla="*/ 58 w 101"/>
                  <a:gd name="T55" fmla="*/ 85 h 126"/>
                  <a:gd name="T56" fmla="*/ 63 w 101"/>
                  <a:gd name="T57" fmla="*/ 88 h 126"/>
                  <a:gd name="T58" fmla="*/ 64 w 101"/>
                  <a:gd name="T59" fmla="*/ 94 h 126"/>
                  <a:gd name="T60" fmla="*/ 69 w 101"/>
                  <a:gd name="T61" fmla="*/ 91 h 126"/>
                  <a:gd name="T62" fmla="*/ 67 w 101"/>
                  <a:gd name="T63" fmla="*/ 83 h 126"/>
                  <a:gd name="T64" fmla="*/ 63 w 101"/>
                  <a:gd name="T65" fmla="*/ 80 h 126"/>
                  <a:gd name="T66" fmla="*/ 61 w 101"/>
                  <a:gd name="T67" fmla="*/ 73 h 126"/>
                  <a:gd name="T68" fmla="*/ 64 w 101"/>
                  <a:gd name="T69" fmla="*/ 70 h 126"/>
                  <a:gd name="T70" fmla="*/ 67 w 101"/>
                  <a:gd name="T71" fmla="*/ 46 h 126"/>
                  <a:gd name="T72" fmla="*/ 67 w 101"/>
                  <a:gd name="T73" fmla="*/ 63 h 126"/>
                  <a:gd name="T74" fmla="*/ 58 w 101"/>
                  <a:gd name="T75" fmla="*/ 60 h 126"/>
                  <a:gd name="T76" fmla="*/ 52 w 101"/>
                  <a:gd name="T77" fmla="*/ 54 h 126"/>
                  <a:gd name="T78" fmla="*/ 55 w 101"/>
                  <a:gd name="T79" fmla="*/ 66 h 126"/>
                  <a:gd name="T80" fmla="*/ 51 w 101"/>
                  <a:gd name="T81" fmla="*/ 7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1" h="126">
                    <a:moveTo>
                      <a:pt x="15" y="64"/>
                    </a:moveTo>
                    <a:cubicBezTo>
                      <a:pt x="15" y="62"/>
                      <a:pt x="13" y="58"/>
                      <a:pt x="9" y="58"/>
                    </a:cubicBezTo>
                    <a:cubicBezTo>
                      <a:pt x="3" y="58"/>
                      <a:pt x="0" y="71"/>
                      <a:pt x="0" y="77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93"/>
                      <a:pt x="14" y="117"/>
                      <a:pt x="18" y="123"/>
                    </a:cubicBezTo>
                    <a:cubicBezTo>
                      <a:pt x="21" y="126"/>
                      <a:pt x="27" y="121"/>
                      <a:pt x="29" y="119"/>
                    </a:cubicBezTo>
                    <a:cubicBezTo>
                      <a:pt x="29" y="105"/>
                      <a:pt x="22" y="94"/>
                      <a:pt x="35" y="97"/>
                    </a:cubicBezTo>
                    <a:cubicBezTo>
                      <a:pt x="36" y="92"/>
                      <a:pt x="36" y="92"/>
                      <a:pt x="36" y="92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46" y="113"/>
                      <a:pt x="46" y="113"/>
                      <a:pt x="46" y="113"/>
                    </a:cubicBezTo>
                    <a:cubicBezTo>
                      <a:pt x="49" y="115"/>
                      <a:pt x="74" y="109"/>
                      <a:pt x="80" y="105"/>
                    </a:cubicBezTo>
                    <a:cubicBezTo>
                      <a:pt x="83" y="101"/>
                      <a:pt x="86" y="100"/>
                      <a:pt x="86" y="94"/>
                    </a:cubicBezTo>
                    <a:cubicBezTo>
                      <a:pt x="86" y="92"/>
                      <a:pt x="86" y="92"/>
                      <a:pt x="86" y="92"/>
                    </a:cubicBezTo>
                    <a:cubicBezTo>
                      <a:pt x="86" y="86"/>
                      <a:pt x="81" y="90"/>
                      <a:pt x="81" y="83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1" y="54"/>
                      <a:pt x="101" y="62"/>
                      <a:pt x="101" y="52"/>
                    </a:cubicBezTo>
                    <a:cubicBezTo>
                      <a:pt x="101" y="50"/>
                      <a:pt x="99" y="49"/>
                      <a:pt x="97" y="49"/>
                    </a:cubicBezTo>
                    <a:cubicBezTo>
                      <a:pt x="95" y="49"/>
                      <a:pt x="95" y="49"/>
                      <a:pt x="95" y="49"/>
                    </a:cubicBezTo>
                    <a:cubicBezTo>
                      <a:pt x="92" y="49"/>
                      <a:pt x="88" y="55"/>
                      <a:pt x="78" y="55"/>
                    </a:cubicBezTo>
                    <a:cubicBezTo>
                      <a:pt x="77" y="48"/>
                      <a:pt x="75" y="34"/>
                      <a:pt x="67" y="34"/>
                    </a:cubicBezTo>
                    <a:cubicBezTo>
                      <a:pt x="63" y="34"/>
                      <a:pt x="63" y="34"/>
                      <a:pt x="63" y="34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64" y="12"/>
                      <a:pt x="62" y="11"/>
                      <a:pt x="60" y="11"/>
                    </a:cubicBezTo>
                    <a:cubicBezTo>
                      <a:pt x="53" y="11"/>
                      <a:pt x="49" y="15"/>
                      <a:pt x="46" y="20"/>
                    </a:cubicBezTo>
                    <a:cubicBezTo>
                      <a:pt x="45" y="21"/>
                      <a:pt x="45" y="21"/>
                      <a:pt x="45" y="21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2" y="25"/>
                      <a:pt x="42" y="25"/>
                      <a:pt x="42" y="25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26" y="13"/>
                      <a:pt x="24" y="15"/>
                      <a:pt x="24" y="3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4"/>
                      <a:pt x="25" y="44"/>
                      <a:pt x="26" y="48"/>
                    </a:cubicBezTo>
                    <a:cubicBezTo>
                      <a:pt x="37" y="49"/>
                      <a:pt x="37" y="49"/>
                      <a:pt x="37" y="49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53"/>
                      <a:pt x="39" y="55"/>
                      <a:pt x="38" y="64"/>
                    </a:cubicBezTo>
                    <a:cubicBezTo>
                      <a:pt x="37" y="72"/>
                      <a:pt x="36" y="79"/>
                      <a:pt x="36" y="86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27" y="71"/>
                      <a:pt x="27" y="71"/>
                      <a:pt x="27" y="71"/>
                    </a:cubicBezTo>
                    <a:cubicBezTo>
                      <a:pt x="24" y="71"/>
                      <a:pt x="24" y="71"/>
                      <a:pt x="24" y="71"/>
                    </a:cubicBezTo>
                    <a:cubicBezTo>
                      <a:pt x="20" y="107"/>
                      <a:pt x="20" y="107"/>
                      <a:pt x="20" y="107"/>
                    </a:cubicBezTo>
                    <a:cubicBezTo>
                      <a:pt x="13" y="97"/>
                      <a:pt x="15" y="79"/>
                      <a:pt x="15" y="64"/>
                    </a:cubicBezTo>
                    <a:close/>
                    <a:moveTo>
                      <a:pt x="73" y="66"/>
                    </a:moveTo>
                    <a:cubicBezTo>
                      <a:pt x="73" y="92"/>
                      <a:pt x="73" y="92"/>
                      <a:pt x="73" y="92"/>
                    </a:cubicBezTo>
                    <a:cubicBezTo>
                      <a:pt x="73" y="98"/>
                      <a:pt x="61" y="101"/>
                      <a:pt x="55" y="103"/>
                    </a:cubicBezTo>
                    <a:cubicBezTo>
                      <a:pt x="52" y="94"/>
                      <a:pt x="52" y="94"/>
                      <a:pt x="52" y="94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4" y="94"/>
                      <a:pt x="64" y="94"/>
                      <a:pt x="64" y="94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69" y="91"/>
                      <a:pt x="69" y="91"/>
                      <a:pt x="69" y="91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3" y="80"/>
                      <a:pt x="63" y="80"/>
                      <a:pt x="63" y="80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73"/>
                      <a:pt x="61" y="73"/>
                      <a:pt x="61" y="73"/>
                    </a:cubicBezTo>
                    <a:cubicBezTo>
                      <a:pt x="63" y="71"/>
                      <a:pt x="63" y="71"/>
                      <a:pt x="63" y="71"/>
                    </a:cubicBezTo>
                    <a:cubicBezTo>
                      <a:pt x="64" y="70"/>
                      <a:pt x="64" y="70"/>
                      <a:pt x="64" y="70"/>
                    </a:cubicBezTo>
                    <a:lnTo>
                      <a:pt x="73" y="66"/>
                    </a:lnTo>
                    <a:close/>
                    <a:moveTo>
                      <a:pt x="67" y="46"/>
                    </a:moveTo>
                    <a:cubicBezTo>
                      <a:pt x="70" y="46"/>
                      <a:pt x="72" y="54"/>
                      <a:pt x="72" y="58"/>
                    </a:cubicBezTo>
                    <a:cubicBezTo>
                      <a:pt x="72" y="62"/>
                      <a:pt x="71" y="63"/>
                      <a:pt x="67" y="63"/>
                    </a:cubicBezTo>
                    <a:cubicBezTo>
                      <a:pt x="66" y="63"/>
                      <a:pt x="66" y="63"/>
                      <a:pt x="66" y="63"/>
                    </a:cubicBezTo>
                    <a:cubicBezTo>
                      <a:pt x="61" y="63"/>
                      <a:pt x="63" y="60"/>
                      <a:pt x="58" y="60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52" y="54"/>
                      <a:pt x="52" y="54"/>
                      <a:pt x="52" y="54"/>
                    </a:cubicBezTo>
                    <a:cubicBezTo>
                      <a:pt x="55" y="52"/>
                      <a:pt x="65" y="46"/>
                      <a:pt x="67" y="46"/>
                    </a:cubicBezTo>
                    <a:close/>
                    <a:moveTo>
                      <a:pt x="55" y="66"/>
                    </a:moveTo>
                    <a:cubicBezTo>
                      <a:pt x="58" y="66"/>
                      <a:pt x="60" y="66"/>
                      <a:pt x="60" y="68"/>
                    </a:cubicBezTo>
                    <a:cubicBezTo>
                      <a:pt x="60" y="72"/>
                      <a:pt x="55" y="73"/>
                      <a:pt x="51" y="73"/>
                    </a:cubicBezTo>
                    <a:cubicBezTo>
                      <a:pt x="51" y="68"/>
                      <a:pt x="50" y="66"/>
                      <a:pt x="55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5" name="iṣḻîde"/>
              <p:cNvSpPr/>
              <p:nvPr/>
            </p:nvSpPr>
            <p:spPr bwMode="auto">
              <a:xfrm>
                <a:off x="3360738" y="1963738"/>
                <a:ext cx="211138" cy="171450"/>
              </a:xfrm>
              <a:custGeom>
                <a:avLst/>
                <a:gdLst>
                  <a:gd name="T0" fmla="*/ 30 w 64"/>
                  <a:gd name="T1" fmla="*/ 27 h 52"/>
                  <a:gd name="T2" fmla="*/ 17 w 64"/>
                  <a:gd name="T3" fmla="*/ 37 h 52"/>
                  <a:gd name="T4" fmla="*/ 9 w 64"/>
                  <a:gd name="T5" fmla="*/ 37 h 52"/>
                  <a:gd name="T6" fmla="*/ 5 w 64"/>
                  <a:gd name="T7" fmla="*/ 31 h 52"/>
                  <a:gd name="T8" fmla="*/ 3 w 64"/>
                  <a:gd name="T9" fmla="*/ 32 h 52"/>
                  <a:gd name="T10" fmla="*/ 11 w 64"/>
                  <a:gd name="T11" fmla="*/ 47 h 52"/>
                  <a:gd name="T12" fmla="*/ 37 w 64"/>
                  <a:gd name="T13" fmla="*/ 36 h 52"/>
                  <a:gd name="T14" fmla="*/ 58 w 64"/>
                  <a:gd name="T15" fmla="*/ 52 h 52"/>
                  <a:gd name="T16" fmla="*/ 63 w 64"/>
                  <a:gd name="T17" fmla="*/ 49 h 52"/>
                  <a:gd name="T18" fmla="*/ 43 w 64"/>
                  <a:gd name="T19" fmla="*/ 25 h 52"/>
                  <a:gd name="T20" fmla="*/ 64 w 64"/>
                  <a:gd name="T21" fmla="*/ 14 h 52"/>
                  <a:gd name="T22" fmla="*/ 64 w 64"/>
                  <a:gd name="T23" fmla="*/ 12 h 52"/>
                  <a:gd name="T24" fmla="*/ 48 w 64"/>
                  <a:gd name="T25" fmla="*/ 0 h 52"/>
                  <a:gd name="T26" fmla="*/ 46 w 64"/>
                  <a:gd name="T27" fmla="*/ 3 h 52"/>
                  <a:gd name="T28" fmla="*/ 48 w 64"/>
                  <a:gd name="T29" fmla="*/ 9 h 52"/>
                  <a:gd name="T30" fmla="*/ 54 w 64"/>
                  <a:gd name="T31" fmla="*/ 11 h 52"/>
                  <a:gd name="T32" fmla="*/ 37 w 64"/>
                  <a:gd name="T33" fmla="*/ 17 h 52"/>
                  <a:gd name="T34" fmla="*/ 37 w 64"/>
                  <a:gd name="T35" fmla="*/ 22 h 52"/>
                  <a:gd name="T36" fmla="*/ 0 w 64"/>
                  <a:gd name="T37" fmla="*/ 2 h 52"/>
                  <a:gd name="T38" fmla="*/ 30 w 64"/>
                  <a:gd name="T39" fmla="*/ 2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4" h="52">
                    <a:moveTo>
                      <a:pt x="30" y="27"/>
                    </a:moveTo>
                    <a:cubicBezTo>
                      <a:pt x="28" y="33"/>
                      <a:pt x="24" y="37"/>
                      <a:pt x="17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6"/>
                      <a:pt x="5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2" y="34"/>
                      <a:pt x="4" y="48"/>
                      <a:pt x="11" y="47"/>
                    </a:cubicBezTo>
                    <a:cubicBezTo>
                      <a:pt x="28" y="45"/>
                      <a:pt x="35" y="36"/>
                      <a:pt x="37" y="36"/>
                    </a:cubicBezTo>
                    <a:cubicBezTo>
                      <a:pt x="43" y="36"/>
                      <a:pt x="46" y="52"/>
                      <a:pt x="58" y="52"/>
                    </a:cubicBezTo>
                    <a:cubicBezTo>
                      <a:pt x="61" y="52"/>
                      <a:pt x="63" y="51"/>
                      <a:pt x="63" y="49"/>
                    </a:cubicBezTo>
                    <a:cubicBezTo>
                      <a:pt x="63" y="42"/>
                      <a:pt x="47" y="31"/>
                      <a:pt x="43" y="25"/>
                    </a:cubicBezTo>
                    <a:cubicBezTo>
                      <a:pt x="50" y="21"/>
                      <a:pt x="64" y="20"/>
                      <a:pt x="64" y="14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8"/>
                      <a:pt x="51" y="1"/>
                      <a:pt x="48" y="0"/>
                    </a:cubicBezTo>
                    <a:cubicBezTo>
                      <a:pt x="46" y="4"/>
                      <a:pt x="46" y="0"/>
                      <a:pt x="46" y="3"/>
                    </a:cubicBezTo>
                    <a:cubicBezTo>
                      <a:pt x="46" y="6"/>
                      <a:pt x="47" y="5"/>
                      <a:pt x="48" y="9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47" y="12"/>
                      <a:pt x="37" y="10"/>
                      <a:pt x="37" y="17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25" y="21"/>
                      <a:pt x="13" y="2"/>
                      <a:pt x="0" y="2"/>
                    </a:cubicBezTo>
                    <a:cubicBezTo>
                      <a:pt x="1" y="18"/>
                      <a:pt x="19" y="21"/>
                      <a:pt x="30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6" name="ïṥ1íďe"/>
              <p:cNvSpPr/>
              <p:nvPr/>
            </p:nvSpPr>
            <p:spPr bwMode="auto">
              <a:xfrm>
                <a:off x="1624013" y="2692400"/>
                <a:ext cx="1957388" cy="2122488"/>
              </a:xfrm>
              <a:custGeom>
                <a:avLst/>
                <a:gdLst>
                  <a:gd name="T0" fmla="*/ 493 w 594"/>
                  <a:gd name="T1" fmla="*/ 67 h 644"/>
                  <a:gd name="T2" fmla="*/ 499 w 594"/>
                  <a:gd name="T3" fmla="*/ 284 h 644"/>
                  <a:gd name="T4" fmla="*/ 499 w 594"/>
                  <a:gd name="T5" fmla="*/ 337 h 644"/>
                  <a:gd name="T6" fmla="*/ 483 w 594"/>
                  <a:gd name="T7" fmla="*/ 419 h 644"/>
                  <a:gd name="T8" fmla="*/ 445 w 594"/>
                  <a:gd name="T9" fmla="*/ 481 h 644"/>
                  <a:gd name="T10" fmla="*/ 315 w 594"/>
                  <a:gd name="T11" fmla="*/ 548 h 644"/>
                  <a:gd name="T12" fmla="*/ 284 w 594"/>
                  <a:gd name="T13" fmla="*/ 548 h 644"/>
                  <a:gd name="T14" fmla="*/ 165 w 594"/>
                  <a:gd name="T15" fmla="*/ 497 h 644"/>
                  <a:gd name="T16" fmla="*/ 103 w 594"/>
                  <a:gd name="T17" fmla="*/ 387 h 644"/>
                  <a:gd name="T18" fmla="*/ 104 w 594"/>
                  <a:gd name="T19" fmla="*/ 221 h 644"/>
                  <a:gd name="T20" fmla="*/ 106 w 594"/>
                  <a:gd name="T21" fmla="*/ 53 h 644"/>
                  <a:gd name="T22" fmla="*/ 4 w 594"/>
                  <a:gd name="T23" fmla="*/ 0 h 644"/>
                  <a:gd name="T24" fmla="*/ 0 w 594"/>
                  <a:gd name="T25" fmla="*/ 184 h 644"/>
                  <a:gd name="T26" fmla="*/ 0 w 594"/>
                  <a:gd name="T27" fmla="*/ 266 h 644"/>
                  <a:gd name="T28" fmla="*/ 65 w 594"/>
                  <a:gd name="T29" fmla="*/ 531 h 644"/>
                  <a:gd name="T30" fmla="*/ 281 w 594"/>
                  <a:gd name="T31" fmla="*/ 644 h 644"/>
                  <a:gd name="T32" fmla="*/ 308 w 594"/>
                  <a:gd name="T33" fmla="*/ 644 h 644"/>
                  <a:gd name="T34" fmla="*/ 572 w 594"/>
                  <a:gd name="T35" fmla="*/ 449 h 644"/>
                  <a:gd name="T36" fmla="*/ 586 w 594"/>
                  <a:gd name="T37" fmla="*/ 406 h 644"/>
                  <a:gd name="T38" fmla="*/ 591 w 594"/>
                  <a:gd name="T39" fmla="*/ 353 h 644"/>
                  <a:gd name="T40" fmla="*/ 593 w 594"/>
                  <a:gd name="T41" fmla="*/ 239 h 644"/>
                  <a:gd name="T42" fmla="*/ 594 w 594"/>
                  <a:gd name="T43" fmla="*/ 9 h 644"/>
                  <a:gd name="T44" fmla="*/ 493 w 594"/>
                  <a:gd name="T45" fmla="*/ 67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94" h="644">
                    <a:moveTo>
                      <a:pt x="493" y="67"/>
                    </a:moveTo>
                    <a:cubicBezTo>
                      <a:pt x="499" y="284"/>
                      <a:pt x="499" y="284"/>
                      <a:pt x="499" y="284"/>
                    </a:cubicBezTo>
                    <a:cubicBezTo>
                      <a:pt x="499" y="337"/>
                      <a:pt x="499" y="337"/>
                      <a:pt x="499" y="337"/>
                    </a:cubicBezTo>
                    <a:cubicBezTo>
                      <a:pt x="499" y="376"/>
                      <a:pt x="496" y="393"/>
                      <a:pt x="483" y="419"/>
                    </a:cubicBezTo>
                    <a:cubicBezTo>
                      <a:pt x="471" y="445"/>
                      <a:pt x="461" y="459"/>
                      <a:pt x="445" y="481"/>
                    </a:cubicBezTo>
                    <a:cubicBezTo>
                      <a:pt x="424" y="508"/>
                      <a:pt x="363" y="548"/>
                      <a:pt x="315" y="548"/>
                    </a:cubicBezTo>
                    <a:cubicBezTo>
                      <a:pt x="284" y="548"/>
                      <a:pt x="284" y="548"/>
                      <a:pt x="284" y="548"/>
                    </a:cubicBezTo>
                    <a:cubicBezTo>
                      <a:pt x="237" y="548"/>
                      <a:pt x="193" y="517"/>
                      <a:pt x="165" y="497"/>
                    </a:cubicBezTo>
                    <a:cubicBezTo>
                      <a:pt x="136" y="475"/>
                      <a:pt x="111" y="430"/>
                      <a:pt x="103" y="387"/>
                    </a:cubicBezTo>
                    <a:cubicBezTo>
                      <a:pt x="97" y="352"/>
                      <a:pt x="104" y="263"/>
                      <a:pt x="104" y="221"/>
                    </a:cubicBezTo>
                    <a:cubicBezTo>
                      <a:pt x="104" y="163"/>
                      <a:pt x="106" y="110"/>
                      <a:pt x="106" y="5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266"/>
                      <a:pt x="0" y="266"/>
                      <a:pt x="0" y="266"/>
                    </a:cubicBezTo>
                    <a:cubicBezTo>
                      <a:pt x="0" y="385"/>
                      <a:pt x="9" y="465"/>
                      <a:pt x="65" y="531"/>
                    </a:cubicBezTo>
                    <a:cubicBezTo>
                      <a:pt x="111" y="586"/>
                      <a:pt x="181" y="644"/>
                      <a:pt x="281" y="644"/>
                    </a:cubicBezTo>
                    <a:cubicBezTo>
                      <a:pt x="308" y="644"/>
                      <a:pt x="308" y="644"/>
                      <a:pt x="308" y="644"/>
                    </a:cubicBezTo>
                    <a:cubicBezTo>
                      <a:pt x="430" y="644"/>
                      <a:pt x="542" y="540"/>
                      <a:pt x="572" y="449"/>
                    </a:cubicBezTo>
                    <a:cubicBezTo>
                      <a:pt x="577" y="435"/>
                      <a:pt x="582" y="422"/>
                      <a:pt x="586" y="406"/>
                    </a:cubicBezTo>
                    <a:cubicBezTo>
                      <a:pt x="589" y="389"/>
                      <a:pt x="587" y="370"/>
                      <a:pt x="591" y="353"/>
                    </a:cubicBezTo>
                    <a:cubicBezTo>
                      <a:pt x="594" y="336"/>
                      <a:pt x="593" y="259"/>
                      <a:pt x="593" y="239"/>
                    </a:cubicBezTo>
                    <a:cubicBezTo>
                      <a:pt x="593" y="162"/>
                      <a:pt x="594" y="88"/>
                      <a:pt x="594" y="9"/>
                    </a:cubicBezTo>
                    <a:lnTo>
                      <a:pt x="493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7" name="íṩļidè"/>
              <p:cNvSpPr/>
              <p:nvPr/>
            </p:nvSpPr>
            <p:spPr bwMode="auto">
              <a:xfrm>
                <a:off x="2071688" y="2205038"/>
                <a:ext cx="490538" cy="1677988"/>
              </a:xfrm>
              <a:custGeom>
                <a:avLst/>
                <a:gdLst>
                  <a:gd name="T0" fmla="*/ 10 w 149"/>
                  <a:gd name="T1" fmla="*/ 494 h 509"/>
                  <a:gd name="T2" fmla="*/ 47 w 149"/>
                  <a:gd name="T3" fmla="*/ 497 h 509"/>
                  <a:gd name="T4" fmla="*/ 75 w 149"/>
                  <a:gd name="T5" fmla="*/ 509 h 509"/>
                  <a:gd name="T6" fmla="*/ 89 w 149"/>
                  <a:gd name="T7" fmla="*/ 469 h 509"/>
                  <a:gd name="T8" fmla="*/ 89 w 149"/>
                  <a:gd name="T9" fmla="*/ 467 h 509"/>
                  <a:gd name="T10" fmla="*/ 80 w 149"/>
                  <a:gd name="T11" fmla="*/ 447 h 509"/>
                  <a:gd name="T12" fmla="*/ 80 w 149"/>
                  <a:gd name="T13" fmla="*/ 427 h 509"/>
                  <a:gd name="T14" fmla="*/ 86 w 149"/>
                  <a:gd name="T15" fmla="*/ 233 h 509"/>
                  <a:gd name="T16" fmla="*/ 106 w 149"/>
                  <a:gd name="T17" fmla="*/ 154 h 509"/>
                  <a:gd name="T18" fmla="*/ 149 w 149"/>
                  <a:gd name="T19" fmla="*/ 96 h 509"/>
                  <a:gd name="T20" fmla="*/ 85 w 149"/>
                  <a:gd name="T21" fmla="*/ 38 h 509"/>
                  <a:gd name="T22" fmla="*/ 0 w 149"/>
                  <a:gd name="T23" fmla="*/ 0 h 509"/>
                  <a:gd name="T24" fmla="*/ 0 w 149"/>
                  <a:gd name="T25" fmla="*/ 478 h 509"/>
                  <a:gd name="T26" fmla="*/ 10 w 149"/>
                  <a:gd name="T27" fmla="*/ 494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509">
                    <a:moveTo>
                      <a:pt x="10" y="494"/>
                    </a:moveTo>
                    <a:cubicBezTo>
                      <a:pt x="23" y="494"/>
                      <a:pt x="38" y="494"/>
                      <a:pt x="47" y="497"/>
                    </a:cubicBezTo>
                    <a:cubicBezTo>
                      <a:pt x="55" y="499"/>
                      <a:pt x="68" y="509"/>
                      <a:pt x="75" y="509"/>
                    </a:cubicBezTo>
                    <a:cubicBezTo>
                      <a:pt x="84" y="509"/>
                      <a:pt x="89" y="479"/>
                      <a:pt x="89" y="469"/>
                    </a:cubicBezTo>
                    <a:cubicBezTo>
                      <a:pt x="89" y="467"/>
                      <a:pt x="89" y="467"/>
                      <a:pt x="89" y="467"/>
                    </a:cubicBezTo>
                    <a:cubicBezTo>
                      <a:pt x="89" y="453"/>
                      <a:pt x="80" y="452"/>
                      <a:pt x="80" y="447"/>
                    </a:cubicBezTo>
                    <a:cubicBezTo>
                      <a:pt x="80" y="427"/>
                      <a:pt x="80" y="427"/>
                      <a:pt x="80" y="427"/>
                    </a:cubicBezTo>
                    <a:cubicBezTo>
                      <a:pt x="80" y="361"/>
                      <a:pt x="83" y="297"/>
                      <a:pt x="86" y="233"/>
                    </a:cubicBezTo>
                    <a:cubicBezTo>
                      <a:pt x="87" y="201"/>
                      <a:pt x="95" y="176"/>
                      <a:pt x="106" y="154"/>
                    </a:cubicBezTo>
                    <a:cubicBezTo>
                      <a:pt x="114" y="137"/>
                      <a:pt x="136" y="105"/>
                      <a:pt x="149" y="96"/>
                    </a:cubicBezTo>
                    <a:cubicBezTo>
                      <a:pt x="136" y="71"/>
                      <a:pt x="109" y="52"/>
                      <a:pt x="85" y="38"/>
                    </a:cubicBezTo>
                    <a:cubicBezTo>
                      <a:pt x="72" y="30"/>
                      <a:pt x="14" y="1"/>
                      <a:pt x="0" y="0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5"/>
                      <a:pt x="5" y="491"/>
                      <a:pt x="10" y="4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8" name="ïṥḷiḋe"/>
              <p:cNvSpPr/>
              <p:nvPr/>
            </p:nvSpPr>
            <p:spPr bwMode="auto">
              <a:xfrm>
                <a:off x="2012950" y="2254250"/>
                <a:ext cx="1225550" cy="2122488"/>
              </a:xfrm>
              <a:custGeom>
                <a:avLst/>
                <a:gdLst>
                  <a:gd name="T0" fmla="*/ 21 w 372"/>
                  <a:gd name="T1" fmla="*/ 540 h 644"/>
                  <a:gd name="T2" fmla="*/ 36 w 372"/>
                  <a:gd name="T3" fmla="*/ 561 h 644"/>
                  <a:gd name="T4" fmla="*/ 71 w 372"/>
                  <a:gd name="T5" fmla="*/ 602 h 644"/>
                  <a:gd name="T6" fmla="*/ 179 w 372"/>
                  <a:gd name="T7" fmla="*/ 644 h 644"/>
                  <a:gd name="T8" fmla="*/ 338 w 372"/>
                  <a:gd name="T9" fmla="*/ 491 h 644"/>
                  <a:gd name="T10" fmla="*/ 338 w 372"/>
                  <a:gd name="T11" fmla="*/ 178 h 644"/>
                  <a:gd name="T12" fmla="*/ 369 w 372"/>
                  <a:gd name="T13" fmla="*/ 160 h 644"/>
                  <a:gd name="T14" fmla="*/ 369 w 372"/>
                  <a:gd name="T15" fmla="*/ 136 h 644"/>
                  <a:gd name="T16" fmla="*/ 372 w 372"/>
                  <a:gd name="T17" fmla="*/ 0 h 644"/>
                  <a:gd name="T18" fmla="*/ 121 w 372"/>
                  <a:gd name="T19" fmla="*/ 249 h 644"/>
                  <a:gd name="T20" fmla="*/ 121 w 372"/>
                  <a:gd name="T21" fmla="*/ 279 h 644"/>
                  <a:gd name="T22" fmla="*/ 130 w 372"/>
                  <a:gd name="T23" fmla="*/ 452 h 644"/>
                  <a:gd name="T24" fmla="*/ 98 w 372"/>
                  <a:gd name="T25" fmla="*/ 513 h 644"/>
                  <a:gd name="T26" fmla="*/ 50 w 372"/>
                  <a:gd name="T27" fmla="*/ 501 h 644"/>
                  <a:gd name="T28" fmla="*/ 40 w 372"/>
                  <a:gd name="T29" fmla="*/ 501 h 644"/>
                  <a:gd name="T30" fmla="*/ 0 w 372"/>
                  <a:gd name="T31" fmla="*/ 521 h 644"/>
                  <a:gd name="T32" fmla="*/ 0 w 372"/>
                  <a:gd name="T33" fmla="*/ 524 h 644"/>
                  <a:gd name="T34" fmla="*/ 21 w 372"/>
                  <a:gd name="T35" fmla="*/ 540 h 644"/>
                  <a:gd name="T36" fmla="*/ 31 w 372"/>
                  <a:gd name="T37" fmla="*/ 516 h 644"/>
                  <a:gd name="T38" fmla="*/ 32 w 372"/>
                  <a:gd name="T39" fmla="*/ 516 h 644"/>
                  <a:gd name="T40" fmla="*/ 44 w 372"/>
                  <a:gd name="T41" fmla="*/ 521 h 644"/>
                  <a:gd name="T42" fmla="*/ 34 w 372"/>
                  <a:gd name="T43" fmla="*/ 528 h 644"/>
                  <a:gd name="T44" fmla="*/ 25 w 372"/>
                  <a:gd name="T45" fmla="*/ 522 h 644"/>
                  <a:gd name="T46" fmla="*/ 31 w 372"/>
                  <a:gd name="T47" fmla="*/ 516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72" h="644">
                    <a:moveTo>
                      <a:pt x="21" y="540"/>
                    </a:moveTo>
                    <a:cubicBezTo>
                      <a:pt x="28" y="546"/>
                      <a:pt x="30" y="553"/>
                      <a:pt x="36" y="561"/>
                    </a:cubicBezTo>
                    <a:cubicBezTo>
                      <a:pt x="50" y="579"/>
                      <a:pt x="55" y="586"/>
                      <a:pt x="71" y="602"/>
                    </a:cubicBezTo>
                    <a:cubicBezTo>
                      <a:pt x="94" y="625"/>
                      <a:pt x="133" y="644"/>
                      <a:pt x="179" y="644"/>
                    </a:cubicBezTo>
                    <a:cubicBezTo>
                      <a:pt x="267" y="644"/>
                      <a:pt x="338" y="579"/>
                      <a:pt x="338" y="491"/>
                    </a:cubicBezTo>
                    <a:cubicBezTo>
                      <a:pt x="338" y="387"/>
                      <a:pt x="338" y="282"/>
                      <a:pt x="338" y="178"/>
                    </a:cubicBezTo>
                    <a:cubicBezTo>
                      <a:pt x="369" y="160"/>
                      <a:pt x="369" y="160"/>
                      <a:pt x="369" y="160"/>
                    </a:cubicBezTo>
                    <a:cubicBezTo>
                      <a:pt x="369" y="136"/>
                      <a:pt x="369" y="136"/>
                      <a:pt x="369" y="136"/>
                    </a:cubicBezTo>
                    <a:cubicBezTo>
                      <a:pt x="372" y="0"/>
                      <a:pt x="372" y="0"/>
                      <a:pt x="372" y="0"/>
                    </a:cubicBezTo>
                    <a:cubicBezTo>
                      <a:pt x="232" y="11"/>
                      <a:pt x="121" y="97"/>
                      <a:pt x="121" y="249"/>
                    </a:cubicBezTo>
                    <a:cubicBezTo>
                      <a:pt x="121" y="279"/>
                      <a:pt x="121" y="279"/>
                      <a:pt x="121" y="279"/>
                    </a:cubicBezTo>
                    <a:cubicBezTo>
                      <a:pt x="130" y="452"/>
                      <a:pt x="130" y="452"/>
                      <a:pt x="130" y="452"/>
                    </a:cubicBezTo>
                    <a:cubicBezTo>
                      <a:pt x="132" y="476"/>
                      <a:pt x="121" y="513"/>
                      <a:pt x="98" y="513"/>
                    </a:cubicBezTo>
                    <a:cubicBezTo>
                      <a:pt x="80" y="513"/>
                      <a:pt x="73" y="501"/>
                      <a:pt x="50" y="501"/>
                    </a:cubicBezTo>
                    <a:cubicBezTo>
                      <a:pt x="40" y="501"/>
                      <a:pt x="40" y="501"/>
                      <a:pt x="40" y="501"/>
                    </a:cubicBezTo>
                    <a:cubicBezTo>
                      <a:pt x="28" y="501"/>
                      <a:pt x="0" y="512"/>
                      <a:pt x="0" y="521"/>
                    </a:cubicBezTo>
                    <a:cubicBezTo>
                      <a:pt x="0" y="524"/>
                      <a:pt x="0" y="524"/>
                      <a:pt x="0" y="524"/>
                    </a:cubicBezTo>
                    <a:cubicBezTo>
                      <a:pt x="0" y="531"/>
                      <a:pt x="14" y="532"/>
                      <a:pt x="21" y="540"/>
                    </a:cubicBezTo>
                    <a:close/>
                    <a:moveTo>
                      <a:pt x="31" y="516"/>
                    </a:moveTo>
                    <a:cubicBezTo>
                      <a:pt x="32" y="516"/>
                      <a:pt x="32" y="516"/>
                      <a:pt x="32" y="516"/>
                    </a:cubicBezTo>
                    <a:cubicBezTo>
                      <a:pt x="36" y="516"/>
                      <a:pt x="44" y="517"/>
                      <a:pt x="44" y="521"/>
                    </a:cubicBezTo>
                    <a:cubicBezTo>
                      <a:pt x="44" y="523"/>
                      <a:pt x="37" y="528"/>
                      <a:pt x="34" y="528"/>
                    </a:cubicBezTo>
                    <a:cubicBezTo>
                      <a:pt x="29" y="528"/>
                      <a:pt x="25" y="527"/>
                      <a:pt x="25" y="522"/>
                    </a:cubicBezTo>
                    <a:cubicBezTo>
                      <a:pt x="25" y="519"/>
                      <a:pt x="27" y="516"/>
                      <a:pt x="31" y="5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9" name="îŝḷíďe"/>
              <p:cNvSpPr/>
              <p:nvPr/>
            </p:nvSpPr>
            <p:spPr bwMode="auto">
              <a:xfrm>
                <a:off x="1606550" y="1847850"/>
                <a:ext cx="306388" cy="323850"/>
              </a:xfrm>
              <a:custGeom>
                <a:avLst/>
                <a:gdLst>
                  <a:gd name="T0" fmla="*/ 23 w 93"/>
                  <a:gd name="T1" fmla="*/ 98 h 98"/>
                  <a:gd name="T2" fmla="*/ 58 w 93"/>
                  <a:gd name="T3" fmla="*/ 62 h 98"/>
                  <a:gd name="T4" fmla="*/ 73 w 93"/>
                  <a:gd name="T5" fmla="*/ 44 h 98"/>
                  <a:gd name="T6" fmla="*/ 93 w 93"/>
                  <a:gd name="T7" fmla="*/ 28 h 98"/>
                  <a:gd name="T8" fmla="*/ 89 w 93"/>
                  <a:gd name="T9" fmla="*/ 23 h 98"/>
                  <a:gd name="T10" fmla="*/ 87 w 93"/>
                  <a:gd name="T11" fmla="*/ 23 h 98"/>
                  <a:gd name="T12" fmla="*/ 51 w 93"/>
                  <a:gd name="T13" fmla="*/ 49 h 98"/>
                  <a:gd name="T14" fmla="*/ 38 w 93"/>
                  <a:gd name="T15" fmla="*/ 34 h 98"/>
                  <a:gd name="T16" fmla="*/ 51 w 93"/>
                  <a:gd name="T17" fmla="*/ 10 h 98"/>
                  <a:gd name="T18" fmla="*/ 32 w 93"/>
                  <a:gd name="T19" fmla="*/ 25 h 98"/>
                  <a:gd name="T20" fmla="*/ 13 w 93"/>
                  <a:gd name="T21" fmla="*/ 0 h 98"/>
                  <a:gd name="T22" fmla="*/ 8 w 93"/>
                  <a:gd name="T23" fmla="*/ 0 h 98"/>
                  <a:gd name="T24" fmla="*/ 0 w 93"/>
                  <a:gd name="T25" fmla="*/ 7 h 98"/>
                  <a:gd name="T26" fmla="*/ 43 w 93"/>
                  <a:gd name="T27" fmla="*/ 65 h 98"/>
                  <a:gd name="T28" fmla="*/ 23 w 93"/>
                  <a:gd name="T29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98">
                    <a:moveTo>
                      <a:pt x="23" y="98"/>
                    </a:moveTo>
                    <a:cubicBezTo>
                      <a:pt x="38" y="97"/>
                      <a:pt x="47" y="73"/>
                      <a:pt x="58" y="62"/>
                    </a:cubicBezTo>
                    <a:cubicBezTo>
                      <a:pt x="63" y="57"/>
                      <a:pt x="67" y="51"/>
                      <a:pt x="73" y="44"/>
                    </a:cubicBezTo>
                    <a:cubicBezTo>
                      <a:pt x="80" y="37"/>
                      <a:pt x="93" y="39"/>
                      <a:pt x="93" y="28"/>
                    </a:cubicBezTo>
                    <a:cubicBezTo>
                      <a:pt x="93" y="24"/>
                      <a:pt x="92" y="23"/>
                      <a:pt x="89" y="23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72" y="23"/>
                      <a:pt x="58" y="39"/>
                      <a:pt x="51" y="49"/>
                    </a:cubicBezTo>
                    <a:cubicBezTo>
                      <a:pt x="50" y="47"/>
                      <a:pt x="38" y="35"/>
                      <a:pt x="38" y="34"/>
                    </a:cubicBezTo>
                    <a:cubicBezTo>
                      <a:pt x="38" y="28"/>
                      <a:pt x="54" y="17"/>
                      <a:pt x="51" y="10"/>
                    </a:cubicBezTo>
                    <a:cubicBezTo>
                      <a:pt x="47" y="2"/>
                      <a:pt x="34" y="17"/>
                      <a:pt x="32" y="25"/>
                    </a:cubicBezTo>
                    <a:cubicBezTo>
                      <a:pt x="25" y="20"/>
                      <a:pt x="19" y="0"/>
                      <a:pt x="13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5" y="0"/>
                      <a:pt x="0" y="6"/>
                      <a:pt x="0" y="7"/>
                    </a:cubicBezTo>
                    <a:cubicBezTo>
                      <a:pt x="0" y="15"/>
                      <a:pt x="36" y="56"/>
                      <a:pt x="43" y="65"/>
                    </a:cubicBezTo>
                    <a:cubicBezTo>
                      <a:pt x="37" y="74"/>
                      <a:pt x="24" y="81"/>
                      <a:pt x="23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0" name="ïšḻide"/>
              <p:cNvSpPr/>
              <p:nvPr/>
            </p:nvSpPr>
            <p:spPr bwMode="auto">
              <a:xfrm>
                <a:off x="3387725" y="1871663"/>
                <a:ext cx="285750" cy="171450"/>
              </a:xfrm>
              <a:custGeom>
                <a:avLst/>
                <a:gdLst>
                  <a:gd name="T0" fmla="*/ 6 w 87"/>
                  <a:gd name="T1" fmla="*/ 18 h 52"/>
                  <a:gd name="T2" fmla="*/ 7 w 87"/>
                  <a:gd name="T3" fmla="*/ 18 h 52"/>
                  <a:gd name="T4" fmla="*/ 21 w 87"/>
                  <a:gd name="T5" fmla="*/ 10 h 52"/>
                  <a:gd name="T6" fmla="*/ 49 w 87"/>
                  <a:gd name="T7" fmla="*/ 25 h 52"/>
                  <a:gd name="T8" fmla="*/ 77 w 87"/>
                  <a:gd name="T9" fmla="*/ 41 h 52"/>
                  <a:gd name="T10" fmla="*/ 66 w 87"/>
                  <a:gd name="T11" fmla="*/ 42 h 52"/>
                  <a:gd name="T12" fmla="*/ 80 w 87"/>
                  <a:gd name="T13" fmla="*/ 52 h 52"/>
                  <a:gd name="T14" fmla="*/ 87 w 87"/>
                  <a:gd name="T15" fmla="*/ 46 h 52"/>
                  <a:gd name="T16" fmla="*/ 25 w 87"/>
                  <a:gd name="T17" fmla="*/ 9 h 52"/>
                  <a:gd name="T18" fmla="*/ 31 w 87"/>
                  <a:gd name="T19" fmla="*/ 2 h 52"/>
                  <a:gd name="T20" fmla="*/ 26 w 87"/>
                  <a:gd name="T21" fmla="*/ 0 h 52"/>
                  <a:gd name="T22" fmla="*/ 23 w 87"/>
                  <a:gd name="T23" fmla="*/ 0 h 52"/>
                  <a:gd name="T24" fmla="*/ 0 w 87"/>
                  <a:gd name="T25" fmla="*/ 12 h 52"/>
                  <a:gd name="T26" fmla="*/ 6 w 87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52">
                    <a:moveTo>
                      <a:pt x="6" y="18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13" y="18"/>
                      <a:pt x="13" y="10"/>
                      <a:pt x="21" y="10"/>
                    </a:cubicBezTo>
                    <a:cubicBezTo>
                      <a:pt x="21" y="10"/>
                      <a:pt x="43" y="24"/>
                      <a:pt x="49" y="25"/>
                    </a:cubicBezTo>
                    <a:cubicBezTo>
                      <a:pt x="60" y="28"/>
                      <a:pt x="71" y="32"/>
                      <a:pt x="77" y="41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4"/>
                      <a:pt x="78" y="52"/>
                      <a:pt x="80" y="52"/>
                    </a:cubicBezTo>
                    <a:cubicBezTo>
                      <a:pt x="83" y="52"/>
                      <a:pt x="87" y="48"/>
                      <a:pt x="87" y="46"/>
                    </a:cubicBezTo>
                    <a:cubicBezTo>
                      <a:pt x="87" y="26"/>
                      <a:pt x="43" y="13"/>
                      <a:pt x="25" y="9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29" y="0"/>
                      <a:pt x="29" y="0"/>
                      <a:pt x="26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8" y="0"/>
                      <a:pt x="0" y="5"/>
                      <a:pt x="0" y="12"/>
                    </a:cubicBezTo>
                    <a:cubicBezTo>
                      <a:pt x="0" y="15"/>
                      <a:pt x="2" y="18"/>
                      <a:pt x="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1" name="î$lïḋè"/>
              <p:cNvSpPr/>
              <p:nvPr/>
            </p:nvSpPr>
            <p:spPr bwMode="auto">
              <a:xfrm>
                <a:off x="3519488" y="1828800"/>
                <a:ext cx="92075" cy="76200"/>
              </a:xfrm>
              <a:custGeom>
                <a:avLst/>
                <a:gdLst>
                  <a:gd name="T0" fmla="*/ 28 w 28"/>
                  <a:gd name="T1" fmla="*/ 12 h 23"/>
                  <a:gd name="T2" fmla="*/ 28 w 28"/>
                  <a:gd name="T3" fmla="*/ 9 h 23"/>
                  <a:gd name="T4" fmla="*/ 21 w 28"/>
                  <a:gd name="T5" fmla="*/ 9 h 23"/>
                  <a:gd name="T6" fmla="*/ 21 w 28"/>
                  <a:gd name="T7" fmla="*/ 4 h 23"/>
                  <a:gd name="T8" fmla="*/ 16 w 28"/>
                  <a:gd name="T9" fmla="*/ 0 h 23"/>
                  <a:gd name="T10" fmla="*/ 15 w 28"/>
                  <a:gd name="T11" fmla="*/ 0 h 23"/>
                  <a:gd name="T12" fmla="*/ 0 w 28"/>
                  <a:gd name="T13" fmla="*/ 17 h 23"/>
                  <a:gd name="T14" fmla="*/ 0 w 28"/>
                  <a:gd name="T15" fmla="*/ 23 h 23"/>
                  <a:gd name="T16" fmla="*/ 28 w 28"/>
                  <a:gd name="T17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23">
                    <a:moveTo>
                      <a:pt x="28" y="12"/>
                    </a:moveTo>
                    <a:cubicBezTo>
                      <a:pt x="28" y="9"/>
                      <a:pt x="28" y="9"/>
                      <a:pt x="28" y="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1"/>
                      <a:pt x="20" y="0"/>
                      <a:pt x="16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9" y="0"/>
                      <a:pt x="0" y="11"/>
                      <a:pt x="0" y="1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8" y="23"/>
                      <a:pt x="9" y="12"/>
                      <a:pt x="2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2" name="isḻïḑê"/>
              <p:cNvSpPr/>
              <p:nvPr/>
            </p:nvSpPr>
            <p:spPr bwMode="auto">
              <a:xfrm>
                <a:off x="2741613" y="1498600"/>
                <a:ext cx="273050" cy="373063"/>
              </a:xfrm>
              <a:custGeom>
                <a:avLst/>
                <a:gdLst>
                  <a:gd name="T0" fmla="*/ 46 w 83"/>
                  <a:gd name="T1" fmla="*/ 68 h 113"/>
                  <a:gd name="T2" fmla="*/ 83 w 83"/>
                  <a:gd name="T3" fmla="*/ 113 h 113"/>
                  <a:gd name="T4" fmla="*/ 65 w 83"/>
                  <a:gd name="T5" fmla="*/ 88 h 113"/>
                  <a:gd name="T6" fmla="*/ 50 w 83"/>
                  <a:gd name="T7" fmla="*/ 58 h 113"/>
                  <a:gd name="T8" fmla="*/ 61 w 83"/>
                  <a:gd name="T9" fmla="*/ 49 h 113"/>
                  <a:gd name="T10" fmla="*/ 62 w 83"/>
                  <a:gd name="T11" fmla="*/ 49 h 113"/>
                  <a:gd name="T12" fmla="*/ 74 w 83"/>
                  <a:gd name="T13" fmla="*/ 51 h 113"/>
                  <a:gd name="T14" fmla="*/ 80 w 83"/>
                  <a:gd name="T15" fmla="*/ 45 h 113"/>
                  <a:gd name="T16" fmla="*/ 74 w 83"/>
                  <a:gd name="T17" fmla="*/ 37 h 113"/>
                  <a:gd name="T18" fmla="*/ 62 w 83"/>
                  <a:gd name="T19" fmla="*/ 39 h 113"/>
                  <a:gd name="T20" fmla="*/ 71 w 83"/>
                  <a:gd name="T21" fmla="*/ 12 h 113"/>
                  <a:gd name="T22" fmla="*/ 71 w 83"/>
                  <a:gd name="T23" fmla="*/ 8 h 113"/>
                  <a:gd name="T24" fmla="*/ 65 w 83"/>
                  <a:gd name="T25" fmla="*/ 0 h 113"/>
                  <a:gd name="T26" fmla="*/ 61 w 83"/>
                  <a:gd name="T27" fmla="*/ 3 h 113"/>
                  <a:gd name="T28" fmla="*/ 53 w 83"/>
                  <a:gd name="T29" fmla="*/ 31 h 113"/>
                  <a:gd name="T30" fmla="*/ 39 w 83"/>
                  <a:gd name="T31" fmla="*/ 41 h 113"/>
                  <a:gd name="T32" fmla="*/ 18 w 83"/>
                  <a:gd name="T33" fmla="*/ 45 h 113"/>
                  <a:gd name="T34" fmla="*/ 24 w 83"/>
                  <a:gd name="T35" fmla="*/ 51 h 113"/>
                  <a:gd name="T36" fmla="*/ 44 w 83"/>
                  <a:gd name="T37" fmla="*/ 51 h 113"/>
                  <a:gd name="T38" fmla="*/ 0 w 83"/>
                  <a:gd name="T39" fmla="*/ 94 h 113"/>
                  <a:gd name="T40" fmla="*/ 46 w 83"/>
                  <a:gd name="T41" fmla="*/ 6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3" h="113">
                    <a:moveTo>
                      <a:pt x="46" y="68"/>
                    </a:moveTo>
                    <a:cubicBezTo>
                      <a:pt x="46" y="88"/>
                      <a:pt x="61" y="113"/>
                      <a:pt x="83" y="113"/>
                    </a:cubicBezTo>
                    <a:cubicBezTo>
                      <a:pt x="82" y="108"/>
                      <a:pt x="69" y="93"/>
                      <a:pt x="65" y="88"/>
                    </a:cubicBezTo>
                    <a:cubicBezTo>
                      <a:pt x="59" y="80"/>
                      <a:pt x="56" y="67"/>
                      <a:pt x="50" y="58"/>
                    </a:cubicBezTo>
                    <a:cubicBezTo>
                      <a:pt x="52" y="55"/>
                      <a:pt x="57" y="49"/>
                      <a:pt x="61" y="49"/>
                    </a:cubicBezTo>
                    <a:cubicBezTo>
                      <a:pt x="62" y="49"/>
                      <a:pt x="62" y="49"/>
                      <a:pt x="62" y="49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6" y="50"/>
                      <a:pt x="80" y="47"/>
                      <a:pt x="80" y="45"/>
                    </a:cubicBezTo>
                    <a:cubicBezTo>
                      <a:pt x="80" y="41"/>
                      <a:pt x="77" y="39"/>
                      <a:pt x="74" y="37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63" y="29"/>
                      <a:pt x="71" y="18"/>
                      <a:pt x="71" y="12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71" y="5"/>
                      <a:pt x="67" y="0"/>
                      <a:pt x="65" y="0"/>
                    </a:cubicBezTo>
                    <a:cubicBezTo>
                      <a:pt x="63" y="0"/>
                      <a:pt x="61" y="1"/>
                      <a:pt x="61" y="3"/>
                    </a:cubicBezTo>
                    <a:cubicBezTo>
                      <a:pt x="61" y="18"/>
                      <a:pt x="65" y="24"/>
                      <a:pt x="53" y="31"/>
                    </a:cubicBezTo>
                    <a:cubicBezTo>
                      <a:pt x="53" y="45"/>
                      <a:pt x="51" y="39"/>
                      <a:pt x="39" y="41"/>
                    </a:cubicBezTo>
                    <a:cubicBezTo>
                      <a:pt x="36" y="41"/>
                      <a:pt x="18" y="41"/>
                      <a:pt x="18" y="45"/>
                    </a:cubicBezTo>
                    <a:cubicBezTo>
                      <a:pt x="18" y="48"/>
                      <a:pt x="20" y="51"/>
                      <a:pt x="2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39" y="70"/>
                      <a:pt x="5" y="86"/>
                      <a:pt x="0" y="94"/>
                    </a:cubicBezTo>
                    <a:cubicBezTo>
                      <a:pt x="32" y="94"/>
                      <a:pt x="31" y="72"/>
                      <a:pt x="46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</p:grpSp>
      </p:grpSp>
      <p:sp>
        <p:nvSpPr>
          <p:cNvPr id="167" name="PA_文本框 14" descr="e7d195523061f1c09e9d68d7cf438b91ef959ecb14fc25d26BBA7F7DBC18E55DFF4014AF651F0BF2569D4B6C1DA7F1A4683A481403BD872FC687266AD13265C1DE7C373772FD8728ABDD69ADD03BFF5BE2862BC891DBB79E0D855F2165124532C029E22D810EE753A4A293A4BAD8CFCC3C5125F55104B44C27F287D598D5434A3A16684EDBC778334F8E8D522DA64EC3"/>
          <p:cNvSpPr txBox="1"/>
          <p:nvPr>
            <p:custDataLst>
              <p:tags r:id="rId3"/>
            </p:custDataLst>
          </p:nvPr>
        </p:nvSpPr>
        <p:spPr>
          <a:xfrm>
            <a:off x="3143672" y="2132856"/>
            <a:ext cx="5688632" cy="830997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8800" spc="-300">
                <a:ln w="38100">
                  <a:noFill/>
                </a:ln>
                <a:gradFill>
                  <a:gsLst>
                    <a:gs pos="0">
                      <a:srgbClr val="F6E0CB"/>
                    </a:gs>
                    <a:gs pos="100000">
                      <a:srgbClr val="E29B60"/>
                    </a:gs>
                  </a:gsLst>
                  <a:lin ang="5400000" scaled="1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ea"/>
                <a:ea typeface="+mj-ea"/>
              </a:defRPr>
            </a:lvl1pPr>
          </a:lstStyle>
          <a:p>
            <a:pPr algn="dist"/>
            <a:r>
              <a:rPr lang="zh-CN" altLang="en-US" sz="4800" b="1" spc="0" dirty="0">
                <a:gradFill>
                  <a:gsLst>
                    <a:gs pos="0">
                      <a:srgbClr val="F6E0CB">
                        <a:lumMod val="30000"/>
                        <a:lumOff val="70000"/>
                      </a:srgbClr>
                    </a:gs>
                    <a:gs pos="100000">
                      <a:srgbClr val="E29B60"/>
                    </a:gs>
                  </a:gsLst>
                  <a:lin ang="5400000" scaled="1"/>
                </a:gradFill>
                <a:effectLst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快递驿站管理系统</a:t>
            </a:r>
            <a:endParaRPr lang="en-US" altLang="zh-CN" sz="4800" b="1" spc="0" dirty="0">
              <a:gradFill>
                <a:gsLst>
                  <a:gs pos="0">
                    <a:srgbClr val="F6E0CB">
                      <a:lumMod val="30000"/>
                      <a:lumOff val="70000"/>
                    </a:srgbClr>
                  </a:gs>
                  <a:gs pos="100000">
                    <a:srgbClr val="E29B60"/>
                  </a:gs>
                </a:gsLst>
                <a:lin ang="5400000" scaled="1"/>
              </a:gradFill>
              <a:effectLst/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</p:txBody>
      </p:sp>
      <p:sp>
        <p:nvSpPr>
          <p:cNvPr id="51" name="文本框 50"/>
          <p:cNvSpPr txBox="1"/>
          <p:nvPr/>
        </p:nvSpPr>
        <p:spPr>
          <a:xfrm>
            <a:off x="4155099" y="744465"/>
            <a:ext cx="24395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ln w="38100">
                  <a:noFill/>
                </a:ln>
                <a:gradFill>
                  <a:gsLst>
                    <a:gs pos="0">
                      <a:srgbClr val="F6E0CB">
                        <a:lumMod val="30000"/>
                        <a:lumOff val="70000"/>
                      </a:srgbClr>
                    </a:gs>
                    <a:gs pos="100000">
                      <a:srgbClr val="E29B60"/>
                    </a:gs>
                  </a:gsLst>
                  <a:lin ang="5400000" scaled="1"/>
                </a:gradFill>
                <a:effectLst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百年上大  红色传承</a:t>
            </a:r>
          </a:p>
        </p:txBody>
      </p:sp>
      <p:sp>
        <p:nvSpPr>
          <p:cNvPr id="42" name="文本框 41"/>
          <p:cNvSpPr txBox="1"/>
          <p:nvPr/>
        </p:nvSpPr>
        <p:spPr>
          <a:xfrm>
            <a:off x="3297609" y="3894148"/>
            <a:ext cx="59766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组长：陈江越</a:t>
            </a:r>
            <a:endParaRPr lang="en-US" altLang="zh-CN" sz="28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组员：顾博崴 邱添 沈熠恺 吴凯</a:t>
            </a:r>
          </a:p>
        </p:txBody>
      </p:sp>
      <p:pic>
        <p:nvPicPr>
          <p:cNvPr id="5" name="图片 4" descr="1.学府红_01"/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656830" y="586105"/>
            <a:ext cx="3256591" cy="65532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6477558" y="326057"/>
            <a:ext cx="2525486" cy="875743"/>
          </a:xfrm>
        </p:spPr>
        <p:txBody>
          <a:bodyPr>
            <a:noAutofit/>
          </a:bodyPr>
          <a:lstStyle/>
          <a:p>
            <a:r>
              <a:rPr lang="zh-CN" altLang="en-US" sz="4400" dirty="0"/>
              <a:t>汇报提纲</a:t>
            </a:r>
          </a:p>
        </p:txBody>
      </p:sp>
      <p:grpSp>
        <p:nvGrpSpPr>
          <p:cNvPr id="18" name="组合 5"/>
          <p:cNvGrpSpPr>
            <a:grpSpLocks/>
          </p:cNvGrpSpPr>
          <p:nvPr/>
        </p:nvGrpSpPr>
        <p:grpSpPr bwMode="auto">
          <a:xfrm>
            <a:off x="6539751" y="2665997"/>
            <a:ext cx="4748133" cy="631132"/>
            <a:chOff x="3779912" y="1777380"/>
            <a:chExt cx="4896544" cy="432049"/>
          </a:xfrm>
        </p:grpSpPr>
        <p:sp>
          <p:nvSpPr>
            <p:cNvPr id="19" name="矩形 18"/>
            <p:cNvSpPr/>
            <p:nvPr/>
          </p:nvSpPr>
          <p:spPr>
            <a:xfrm>
              <a:off x="3779912" y="1777380"/>
              <a:ext cx="4896544" cy="43204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27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799" kern="0">
                <a:solidFill>
                  <a:sysClr val="window" lastClr="FFFFFF"/>
                </a:solidFill>
                <a:latin typeface="+mn-lt"/>
                <a:ea typeface="微软雅黑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3779912" y="1777380"/>
              <a:ext cx="1289651" cy="432049"/>
            </a:xfrm>
            <a:prstGeom prst="rect">
              <a:avLst/>
            </a:prstGeom>
            <a:solidFill>
              <a:srgbClr val="44ADCB"/>
            </a:solidFill>
            <a:ln w="127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399" kern="0" dirty="0">
                  <a:solidFill>
                    <a:sysClr val="window" lastClr="FFFFFF"/>
                  </a:solidFill>
                  <a:latin typeface="Broadway" pitchFamily="82" charset="0"/>
                  <a:ea typeface="微软雅黑"/>
                </a:rPr>
                <a:t>2</a:t>
              </a:r>
              <a:endParaRPr lang="zh-CN" altLang="en-US" sz="2399" kern="0" dirty="0">
                <a:solidFill>
                  <a:sysClr val="window" lastClr="FFFFFF"/>
                </a:solidFill>
                <a:latin typeface="Broadway" pitchFamily="82" charset="0"/>
                <a:ea typeface="微软雅黑"/>
              </a:endParaRPr>
            </a:p>
          </p:txBody>
        </p:sp>
        <p:sp>
          <p:nvSpPr>
            <p:cNvPr id="21" name="TextBox 37"/>
            <p:cNvSpPr txBox="1"/>
            <p:nvPr/>
          </p:nvSpPr>
          <p:spPr>
            <a:xfrm>
              <a:off x="4424737" y="1823444"/>
              <a:ext cx="4251719" cy="369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3996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>
                  <a:solidFill>
                    <a:prstClr val="white"/>
                  </a:solidFill>
                  <a:latin typeface="微软雅黑" pitchFamily="34" charset="-122"/>
                  <a:ea typeface="微软雅黑" pitchFamily="34" charset="-122"/>
                </a:rPr>
                <a:t>组员分工</a:t>
              </a:r>
              <a:endPara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30" name="组合 5"/>
          <p:cNvGrpSpPr>
            <a:grpSpLocks/>
          </p:cNvGrpSpPr>
          <p:nvPr/>
        </p:nvGrpSpPr>
        <p:grpSpPr bwMode="auto">
          <a:xfrm>
            <a:off x="6539754" y="1640416"/>
            <a:ext cx="4789714" cy="648061"/>
            <a:chOff x="3779912" y="1777380"/>
            <a:chExt cx="4939426" cy="432049"/>
          </a:xfrm>
        </p:grpSpPr>
        <p:sp>
          <p:nvSpPr>
            <p:cNvPr id="31" name="矩形 30"/>
            <p:cNvSpPr/>
            <p:nvPr/>
          </p:nvSpPr>
          <p:spPr>
            <a:xfrm>
              <a:off x="3779912" y="1777380"/>
              <a:ext cx="4896544" cy="43204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 w="12700" cap="flat" cmpd="sng" algn="ctr">
              <a:noFill/>
              <a:prstDash val="solid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799" kern="0">
                <a:solidFill>
                  <a:sysClr val="window" lastClr="FFFFFF"/>
                </a:solidFill>
                <a:latin typeface="+mn-lt"/>
                <a:ea typeface="微软雅黑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3779912" y="1777380"/>
              <a:ext cx="1289651" cy="432049"/>
            </a:xfrm>
            <a:prstGeom prst="rect">
              <a:avLst/>
            </a:prstGeom>
            <a:solidFill>
              <a:srgbClr val="44ADCB"/>
            </a:solidFill>
            <a:ln w="127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399" kern="0" dirty="0">
                  <a:solidFill>
                    <a:sysClr val="window" lastClr="FFFFFF"/>
                  </a:solidFill>
                  <a:latin typeface="Broadway" pitchFamily="82" charset="0"/>
                  <a:ea typeface="微软雅黑"/>
                </a:rPr>
                <a:t>1</a:t>
              </a:r>
              <a:endParaRPr lang="zh-CN" altLang="en-US" sz="2399" kern="0" dirty="0">
                <a:solidFill>
                  <a:sysClr val="window" lastClr="FFFFFF"/>
                </a:solidFill>
                <a:latin typeface="Broadway" pitchFamily="82" charset="0"/>
                <a:ea typeface="微软雅黑"/>
              </a:endParaRPr>
            </a:p>
          </p:txBody>
        </p:sp>
        <p:sp>
          <p:nvSpPr>
            <p:cNvPr id="33" name="TextBox 37"/>
            <p:cNvSpPr txBox="1"/>
            <p:nvPr/>
          </p:nvSpPr>
          <p:spPr>
            <a:xfrm>
              <a:off x="4424737" y="1815699"/>
              <a:ext cx="4294601" cy="3488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 defTabSz="913996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800" b="1" dirty="0">
                  <a:solidFill>
                    <a:schemeClr val="bg1"/>
                  </a:solidFill>
                  <a:latin typeface="微软雅黑" pitchFamily="34" charset="-122"/>
                  <a:ea typeface="微软雅黑" pitchFamily="34" charset="-122"/>
                </a:rPr>
                <a:t>采用知识点</a:t>
              </a:r>
              <a:endParaRPr lang="en-US" altLang="zh-CN" sz="2800" b="1" dirty="0">
                <a:solidFill>
                  <a:schemeClr val="bg1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28" name="Picture 2" descr="E:\360EntCloud\Guobing Zou\SHU\Project\73-2019-科技部重点研发计划项目（温州医科大学）\正式申报书\答辩PPT\中国视云大数据分析平台1.jpg">
            <a:extLst>
              <a:ext uri="{FF2B5EF4-FFF2-40B4-BE49-F238E27FC236}">
                <a16:creationId xmlns:a16="http://schemas.microsoft.com/office/drawing/2014/main" id="{4C86ACD8-8E67-4F53-9F05-8389FE6335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590169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7935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20211031-上大校园-631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-20320" y="0"/>
            <a:ext cx="5935980" cy="6858000"/>
          </a:xfrm>
          <a:prstGeom prst="rect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7703993" y="1722333"/>
            <a:ext cx="3005951" cy="2456320"/>
            <a:chOff x="4568014" y="1534795"/>
            <a:chExt cx="3005951" cy="2456320"/>
          </a:xfrm>
        </p:grpSpPr>
        <p:sp>
          <p:nvSpPr>
            <p:cNvPr id="34" name="文本框 33"/>
            <p:cNvSpPr txBox="1"/>
            <p:nvPr/>
          </p:nvSpPr>
          <p:spPr>
            <a:xfrm>
              <a:off x="5630801" y="1534795"/>
              <a:ext cx="88036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800" b="1" dirty="0">
                  <a:ln w="22225">
                    <a:noFill/>
                  </a:ln>
                  <a:solidFill>
                    <a:schemeClr val="bg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1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568014" y="3221674"/>
              <a:ext cx="300595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chemeClr val="bg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采用知识点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5589974" y="3010842"/>
              <a:ext cx="962025" cy="0"/>
            </a:xfrm>
            <a:prstGeom prst="line">
              <a:avLst/>
            </a:prstGeom>
            <a:ln w="412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矩形 66"/>
          <p:cNvSpPr/>
          <p:nvPr/>
        </p:nvSpPr>
        <p:spPr>
          <a:xfrm>
            <a:off x="5925185" y="-635"/>
            <a:ext cx="341630" cy="685863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EC11C6-18DB-E29F-23A4-F2A8455CC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692A9A1-FF01-738D-FF9D-9B0B5D49A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采用知识点</a:t>
            </a:r>
          </a:p>
        </p:txBody>
      </p:sp>
      <p:graphicFrame>
        <p:nvGraphicFramePr>
          <p:cNvPr id="45" name="Content Placeholder 4">
            <a:extLst>
              <a:ext uri="{FF2B5EF4-FFF2-40B4-BE49-F238E27FC236}">
                <a16:creationId xmlns:a16="http://schemas.microsoft.com/office/drawing/2014/main" id="{050F0EE1-A524-56BE-60A6-13FD8933E1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656275993"/>
              </p:ext>
            </p:extLst>
          </p:nvPr>
        </p:nvGraphicFramePr>
        <p:xfrm>
          <a:off x="1343472" y="1196752"/>
          <a:ext cx="9793087" cy="53071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5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798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76663">
                  <a:extLst>
                    <a:ext uri="{9D8B030D-6E8A-4147-A177-3AD203B41FA5}">
                      <a16:colId xmlns:a16="http://schemas.microsoft.com/office/drawing/2014/main" val="2818901190"/>
                    </a:ext>
                  </a:extLst>
                </a:gridCol>
              </a:tblGrid>
              <a:tr h="526681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序号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知识点名称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具体技术应用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altLang="zh-CN" b="1" dirty="0"/>
                        <a:t>1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面向接口编程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MVCMapping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设计、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Controller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统一接口处理、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层抽象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GUI</a:t>
                      </a:r>
                      <a:r>
                        <a:rPr lang="zh-CN" altLang="en-US" dirty="0"/>
                        <a:t>编程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HTML/CSS/JavaScript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前端界面、响应式布局、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jQuery 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Layui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框架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数据库操作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完整的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CRUD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操作实现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类与对象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各种实体类（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Express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User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Courier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）、工具类、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Controller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类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异常类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b="0" i="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自定义异常类、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try-catch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异常处理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常用实用类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String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Integer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Map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Date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Properties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等类的使用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网络编程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Servlet API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HTTP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请求处理、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AJAX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异步通信、</a:t>
                      </a:r>
                      <a:r>
                        <a:rPr lang="en-US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JSON</a:t>
                      </a:r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数据传输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6681">
                <a:tc>
                  <a:txBody>
                    <a:bodyPr/>
                    <a:lstStyle/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云服务</a:t>
                      </a:r>
                      <a:r>
                        <a:rPr lang="en-US" altLang="zh-CN" dirty="0"/>
                        <a:t>API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dirty="0"/>
                        <a:t>阿里云短信验证码</a:t>
                      </a:r>
                      <a:endParaRPr lang="en-US" altLang="zh-C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1189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6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BC6B3E-2567-D320-773A-BB87A11055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9448559C-B30D-FEA2-D10D-E54E0F4285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采用知识点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854DD90-8A17-5DA7-8897-41B305AE4F64}"/>
              </a:ext>
            </a:extLst>
          </p:cNvPr>
          <p:cNvSpPr txBox="1"/>
          <p:nvPr/>
        </p:nvSpPr>
        <p:spPr>
          <a:xfrm>
            <a:off x="407368" y="1124744"/>
            <a:ext cx="52089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+mj-lt"/>
              </a:rPr>
              <a:t>基于 </a:t>
            </a:r>
            <a:r>
              <a:rPr lang="en-US" altLang="zh-CN" sz="2400" dirty="0">
                <a:latin typeface="+mj-lt"/>
              </a:rPr>
              <a:t>jQuery </a:t>
            </a:r>
            <a:r>
              <a:rPr lang="zh-CN" altLang="en-US" sz="2400" dirty="0">
                <a:latin typeface="+mj-lt"/>
              </a:rPr>
              <a:t>的二维码生成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34F908-E247-CE26-565F-270486A67099}"/>
              </a:ext>
            </a:extLst>
          </p:cNvPr>
          <p:cNvSpPr txBox="1"/>
          <p:nvPr/>
        </p:nvSpPr>
        <p:spPr>
          <a:xfrm>
            <a:off x="359929" y="1710559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）模块化类结构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3016755-F43B-2497-9FD6-323E2616A887}"/>
              </a:ext>
            </a:extLst>
          </p:cNvPr>
          <p:cNvSpPr txBox="1"/>
          <p:nvPr/>
        </p:nvSpPr>
        <p:spPr>
          <a:xfrm>
            <a:off x="479376" y="2080135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 err="1"/>
              <a:t>QRCode</a:t>
            </a:r>
            <a:r>
              <a:rPr lang="en-US" altLang="zh-CN" dirty="0"/>
              <a:t>             // </a:t>
            </a:r>
            <a:r>
              <a:rPr lang="zh-CN" altLang="en-US" dirty="0"/>
              <a:t>主控制器，协调整个生成流程</a:t>
            </a:r>
          </a:p>
          <a:p>
            <a:r>
              <a:rPr lang="en-US" altLang="zh-CN" dirty="0"/>
              <a:t>QR8bitByte        // </a:t>
            </a:r>
            <a:r>
              <a:rPr lang="zh-CN" altLang="en-US" dirty="0"/>
              <a:t>数据编码处理</a:t>
            </a:r>
          </a:p>
          <a:p>
            <a:r>
              <a:rPr lang="en-US" altLang="zh-CN" dirty="0" err="1"/>
              <a:t>QRPolynomial</a:t>
            </a:r>
            <a:r>
              <a:rPr lang="en-US" altLang="zh-CN" dirty="0"/>
              <a:t>    // </a:t>
            </a:r>
            <a:r>
              <a:rPr lang="zh-CN" altLang="en-US" dirty="0"/>
              <a:t>纠错码数学运算</a:t>
            </a:r>
          </a:p>
          <a:p>
            <a:r>
              <a:rPr lang="en-US" altLang="zh-CN" dirty="0" err="1"/>
              <a:t>QRRSBlock</a:t>
            </a:r>
            <a:r>
              <a:rPr lang="en-US" altLang="zh-CN" dirty="0"/>
              <a:t>        // </a:t>
            </a:r>
            <a:r>
              <a:rPr lang="zh-CN" altLang="en-US" dirty="0"/>
              <a:t>纠错块管理</a:t>
            </a:r>
          </a:p>
          <a:p>
            <a:r>
              <a:rPr lang="en-US" altLang="zh-CN" dirty="0" err="1"/>
              <a:t>QRBitBuffer</a:t>
            </a:r>
            <a:r>
              <a:rPr lang="en-US" altLang="zh-CN" dirty="0"/>
              <a:t>       // </a:t>
            </a:r>
            <a:r>
              <a:rPr lang="zh-CN" altLang="en-US" dirty="0"/>
              <a:t>比特流操作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0011211-7EA6-BC0A-8248-0A2E867060DA}"/>
              </a:ext>
            </a:extLst>
          </p:cNvPr>
          <p:cNvSpPr txBox="1"/>
          <p:nvPr/>
        </p:nvSpPr>
        <p:spPr>
          <a:xfrm>
            <a:off x="337235" y="3557463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）核心算法实现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92E5FD9-D91E-D2E5-93A5-D8D8EC0F07DB}"/>
              </a:ext>
            </a:extLst>
          </p:cNvPr>
          <p:cNvSpPr txBox="1"/>
          <p:nvPr/>
        </p:nvSpPr>
        <p:spPr>
          <a:xfrm>
            <a:off x="479376" y="3926795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Reed-Solomon </a:t>
            </a:r>
            <a:r>
              <a:rPr lang="zh-CN" altLang="en-US" dirty="0"/>
              <a:t>纠错编码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2EFA13A5-A66D-65EA-F413-68B04F266049}"/>
              </a:ext>
            </a:extLst>
          </p:cNvPr>
          <p:cNvSpPr txBox="1"/>
          <p:nvPr/>
        </p:nvSpPr>
        <p:spPr>
          <a:xfrm>
            <a:off x="479376" y="429612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伽罗华域运算</a:t>
            </a:r>
          </a:p>
        </p:txBody>
      </p:sp>
    </p:spTree>
    <p:extLst>
      <p:ext uri="{BB962C8B-B14F-4D97-AF65-F5344CB8AC3E}">
        <p14:creationId xmlns:p14="http://schemas.microsoft.com/office/powerpoint/2010/main" val="15162484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C846F-09AF-8391-6714-A93D91909B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CF3E351A-3AD9-F01C-D28F-54E199AC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采用知识点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CC4DBEE-6BF5-3BBB-FE6E-486DD54A0A92}"/>
              </a:ext>
            </a:extLst>
          </p:cNvPr>
          <p:cNvSpPr txBox="1"/>
          <p:nvPr/>
        </p:nvSpPr>
        <p:spPr>
          <a:xfrm>
            <a:off x="359929" y="1196752"/>
            <a:ext cx="60945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/>
              <a:t>基于</a:t>
            </a:r>
            <a:r>
              <a:rPr lang="en-US" altLang="zh-CN" sz="2400" dirty="0"/>
              <a:t>Dijkstra</a:t>
            </a:r>
            <a:r>
              <a:rPr lang="zh-CN" altLang="en-US" sz="2400" dirty="0"/>
              <a:t>算法的最短路径计算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662E761-E1F2-4FE9-A09D-1DBE1B95D5C3}"/>
              </a:ext>
            </a:extLst>
          </p:cNvPr>
          <p:cNvSpPr txBox="1"/>
          <p:nvPr/>
        </p:nvSpPr>
        <p:spPr>
          <a:xfrm>
            <a:off x="359929" y="1772816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1</a:t>
            </a:r>
            <a:r>
              <a:rPr lang="zh-CN" altLang="en-US" dirty="0"/>
              <a:t>）数据结构设计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0499187-3086-365B-BF24-355AC55CE98B}"/>
              </a:ext>
            </a:extLst>
          </p:cNvPr>
          <p:cNvSpPr txBox="1"/>
          <p:nvPr/>
        </p:nvSpPr>
        <p:spPr>
          <a:xfrm>
            <a:off x="479376" y="2242982"/>
            <a:ext cx="60945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邻接表表示图结构</a:t>
            </a:r>
          </a:p>
          <a:p>
            <a:r>
              <a:rPr lang="zh-CN" altLang="en-US" dirty="0"/>
              <a:t>每个节点存储相邻节点及距离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DA754E-7920-86EC-56FA-EB1F78804436}"/>
              </a:ext>
            </a:extLst>
          </p:cNvPr>
          <p:cNvSpPr txBox="1"/>
          <p:nvPr/>
        </p:nvSpPr>
        <p:spPr>
          <a:xfrm>
            <a:off x="506008" y="2963758"/>
            <a:ext cx="609452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 graph = {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黄浦区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{'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徐汇区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8.5, 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长宁区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7.2, 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静安区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3.5, ...},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徐汇区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{'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黄浦区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8.5, 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长宁区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5.3, '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静安区</a:t>
            </a:r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': 7.8, ...},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// ... </a:t>
            </a:r>
            <a:r>
              <a:rPr lang="zh-C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其他区的数据</a:t>
            </a:r>
          </a:p>
          <a:p>
            <a:r>
              <a:rPr lang="en-US" altLang="zh-CN" dirty="0">
                <a:latin typeface="Times New Roman" panose="02020603050405020304" pitchFamily="18" charset="0"/>
                <a:cs typeface="Times New Roman" panose="02020603050405020304" pitchFamily="18" charset="0"/>
              </a:rPr>
              <a:t>};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AEAAAA3-F1D5-5468-13CF-F12D4CA11BEA}"/>
              </a:ext>
            </a:extLst>
          </p:cNvPr>
          <p:cNvSpPr txBox="1"/>
          <p:nvPr/>
        </p:nvSpPr>
        <p:spPr>
          <a:xfrm>
            <a:off x="335255" y="4491777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（</a:t>
            </a:r>
            <a:r>
              <a:rPr lang="en-US" altLang="zh-CN" dirty="0"/>
              <a:t>2</a:t>
            </a:r>
            <a:r>
              <a:rPr lang="zh-CN" altLang="en-US" dirty="0"/>
              <a:t>）算法逻辑（详见右图）</a:t>
            </a:r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C079DAE-761E-057D-DB60-40C515981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1379" y="108839"/>
            <a:ext cx="5217670" cy="6640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7331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7986123" y="1722333"/>
            <a:ext cx="2441694" cy="2456320"/>
            <a:chOff x="4850144" y="1534795"/>
            <a:chExt cx="2441694" cy="2456320"/>
          </a:xfrm>
        </p:grpSpPr>
        <p:sp>
          <p:nvSpPr>
            <p:cNvPr id="34" name="文本框 33"/>
            <p:cNvSpPr txBox="1"/>
            <p:nvPr/>
          </p:nvSpPr>
          <p:spPr>
            <a:xfrm>
              <a:off x="5630804" y="1534795"/>
              <a:ext cx="880369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8800" b="1" dirty="0">
                  <a:ln w="22225">
                    <a:noFill/>
                  </a:ln>
                  <a:solidFill>
                    <a:schemeClr val="bg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2</a:t>
              </a:r>
            </a:p>
          </p:txBody>
        </p:sp>
        <p:sp>
          <p:nvSpPr>
            <p:cNvPr id="35" name="文本框 34"/>
            <p:cNvSpPr txBox="1"/>
            <p:nvPr/>
          </p:nvSpPr>
          <p:spPr>
            <a:xfrm>
              <a:off x="4850144" y="3221674"/>
              <a:ext cx="2441694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400" b="1" dirty="0">
                  <a:solidFill>
                    <a:schemeClr val="bg1"/>
                  </a:solidFill>
                  <a:latin typeface="微软雅黑" panose="020B0502040204020203" charset="-122"/>
                  <a:ea typeface="微软雅黑" panose="020B0502040204020203" charset="-122"/>
                  <a:cs typeface="微软雅黑" panose="020B0502040204020203" charset="-122"/>
                </a:rPr>
                <a:t>组员分工</a:t>
              </a:r>
            </a:p>
          </p:txBody>
        </p:sp>
        <p:cxnSp>
          <p:nvCxnSpPr>
            <p:cNvPr id="37" name="直接连接符 36"/>
            <p:cNvCxnSpPr/>
            <p:nvPr/>
          </p:nvCxnSpPr>
          <p:spPr>
            <a:xfrm>
              <a:off x="5589974" y="3010842"/>
              <a:ext cx="962025" cy="0"/>
            </a:xfrm>
            <a:prstGeom prst="line">
              <a:avLst/>
            </a:prstGeom>
            <a:ln w="412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7" name="矩形 66"/>
          <p:cNvSpPr/>
          <p:nvPr/>
        </p:nvSpPr>
        <p:spPr>
          <a:xfrm>
            <a:off x="5925185" y="0"/>
            <a:ext cx="341630" cy="6873875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100000">
                <a:schemeClr val="tx1">
                  <a:alpha val="2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6" name="图片 5" descr="181113-16届菊花节-263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0" y="0"/>
            <a:ext cx="6029960" cy="6858000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A1EB4BFD-5F37-438B-A0BF-13642CBB4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组员分工</a:t>
            </a:r>
          </a:p>
        </p:txBody>
      </p:sp>
      <p:graphicFrame>
        <p:nvGraphicFramePr>
          <p:cNvPr id="6" name="Content Placeholder 4">
            <a:extLst>
              <a:ext uri="{FF2B5EF4-FFF2-40B4-BE49-F238E27FC236}">
                <a16:creationId xmlns:a16="http://schemas.microsoft.com/office/drawing/2014/main" id="{D89B5BB1-A096-4C66-94CD-BD13C78E88F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5897747"/>
              </p:ext>
            </p:extLst>
          </p:nvPr>
        </p:nvGraphicFramePr>
        <p:xfrm>
          <a:off x="2097965" y="1124744"/>
          <a:ext cx="8712968" cy="5152361"/>
        </p:xfrm>
        <a:graphic>
          <a:graphicData uri="http://schemas.openxmlformats.org/drawingml/2006/table">
            <a:tbl>
              <a:tblPr firstRow="1" bandRow="1"/>
              <a:tblGrid>
                <a:gridCol w="13163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8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88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55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序号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组员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完成任务描述</a:t>
                      </a:r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5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en-US" altLang="zh-CN" b="0" dirty="0"/>
                        <a:t>1</a:t>
                      </a:r>
                      <a:endParaRPr lang="en-US" b="0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342900" indent="-342900" algn="ctr">
                        <a:buFont typeface="+mj-lt"/>
                        <a:buNone/>
                      </a:pPr>
                      <a:r>
                        <a:rPr lang="zh-CN" altLang="en-US" b="1" dirty="0"/>
                        <a:t>陈江越</a:t>
                      </a:r>
                      <a:endParaRPr lang="en-US" b="1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项目整体搭建，数据库连接，环境配置，</a:t>
                      </a:r>
                      <a:r>
                        <a:rPr lang="en-US" altLang="zh-CN" dirty="0" err="1"/>
                        <a:t>express,courier,user,admin</a:t>
                      </a:r>
                      <a:r>
                        <a:rPr lang="zh-CN" altLang="en-US" dirty="0"/>
                        <a:t>四个模块功能的基本实现，控制端功能基本实现，验证码模块功能完全实现，前端功能实现，答辩（</a:t>
                      </a:r>
                      <a:r>
                        <a:rPr lang="en-US" altLang="zh-CN" dirty="0"/>
                        <a:t>33%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969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en-US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kumimoji="0" lang="zh-CN" altLang="en-US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顾博崴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用户端查询工作，前端功能实现，</a:t>
                      </a:r>
                      <a:r>
                        <a:rPr lang="en-US" altLang="zh-CN" dirty="0" err="1"/>
                        <a:t>QRcode</a:t>
                      </a:r>
                      <a:r>
                        <a:rPr lang="zh-CN" altLang="en-US" dirty="0"/>
                        <a:t>模块功能完全实现，报告撰写（</a:t>
                      </a:r>
                      <a:r>
                        <a:rPr lang="en-US" altLang="zh-CN" dirty="0"/>
                        <a:t>20%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9699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b="1" dirty="0"/>
                        <a:t>邱添</a:t>
                      </a:r>
                      <a:endParaRPr kumimoji="0" lang="zh-CN" altLang="en-US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用户端“快递助手”功能实现，</a:t>
                      </a:r>
                      <a:r>
                        <a:rPr lang="en-US" altLang="zh-CN" dirty="0"/>
                        <a:t>Locker</a:t>
                      </a:r>
                      <a:r>
                        <a:rPr lang="zh-CN" altLang="en-US" dirty="0"/>
                        <a:t>模块功能实现，最短路径算法实现，</a:t>
                      </a:r>
                      <a:r>
                        <a:rPr lang="en-US" altLang="zh-CN" dirty="0"/>
                        <a:t>express</a:t>
                      </a:r>
                      <a:r>
                        <a:rPr lang="zh-CN" altLang="en-US" dirty="0"/>
                        <a:t>模块功能优化，控制端功能优化，前端功能实现，报告撰写（</a:t>
                      </a:r>
                      <a:r>
                        <a:rPr lang="en-US" altLang="zh-CN" dirty="0"/>
                        <a:t>23%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kumimoji="0" lang="zh-CN" altLang="en-US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沈熠恺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用户端登录功能实现，用户端个人信息展示与修改功能实现、用户排名功能实现，前端功能实现，整体测试，答辩</a:t>
                      </a:r>
                      <a:r>
                        <a:rPr lang="en-US" altLang="zh-CN" dirty="0"/>
                        <a:t>ppt</a:t>
                      </a:r>
                      <a:r>
                        <a:rPr lang="zh-CN" altLang="en-US" dirty="0"/>
                        <a:t>制作（</a:t>
                      </a:r>
                      <a:r>
                        <a:rPr lang="en-US" altLang="zh-CN" dirty="0"/>
                        <a:t>20%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29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en-US" altLang="zh-CN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marL="342900" indent="-342900" algn="ctr" rtl="0" eaLnBrk="1" latinLnBrk="0" hangingPunct="1">
                        <a:buFont typeface="+mj-lt"/>
                        <a:buNone/>
                      </a:pPr>
                      <a:r>
                        <a:rPr kumimoji="0" lang="zh-CN" altLang="en-US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吴凯</a:t>
                      </a:r>
                      <a:endParaRPr kumimoji="0" lang="en-US" altLang="zh-CN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Lucida Sans Unicode"/>
                        </a:defRPr>
                      </a:lvl9pPr>
                    </a:lstStyle>
                    <a:p>
                      <a:pPr algn="ctr"/>
                      <a:r>
                        <a:rPr lang="zh-CN" altLang="en-US" dirty="0"/>
                        <a:t>整体测试，代码细节修改，前端图片收集（</a:t>
                      </a:r>
                      <a:r>
                        <a:rPr lang="en-US" altLang="zh-CN" dirty="0"/>
                        <a:t>4%</a:t>
                      </a:r>
                      <a:r>
                        <a:rPr lang="zh-CN" altLang="en-US" dirty="0"/>
                        <a:t>）</a:t>
                      </a:r>
                      <a:endParaRPr lang="en-US" dirty="0"/>
                    </a:p>
                  </a:txBody>
                  <a:tcPr anchor="ctr" anchorCtr="1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DA2B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80291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319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510x320cm喷绘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0" y="0"/>
            <a:ext cx="12192000" cy="6864985"/>
          </a:xfrm>
          <a:prstGeom prst="rect">
            <a:avLst/>
          </a:prstGeom>
          <a:noFill/>
        </p:spPr>
      </p:pic>
      <p:grpSp>
        <p:nvGrpSpPr>
          <p:cNvPr id="308" name="7b86b897-7041-40d4-b8ad-d7fb155c3b31" descr="e7d195523061f1c09e9d68d7cf438b91ef959ecb14fc25d26BBA7F7DBC18E55DFF4014AF651F0BF2569D4B6C1DA7F1A4683A481403BD872FC687266AD13265C1DE7C373772FD8728ABDD69ADD03BFF5BE2862BC891DBB79E53AA13E757B079DA899E2A0C20E5002822C5FA7B2EE790812A316669CFD356E124B231F98DD41C80491325DBDCA90ABC83DF12524A34AE88" title="iSlide™ 版权声明  COPYRIGHT NOTICE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546100" y="490855"/>
            <a:ext cx="1937385" cy="768985"/>
            <a:chOff x="3768308" y="2508637"/>
            <a:chExt cx="4655383" cy="1847076"/>
          </a:xfrm>
          <a:solidFill>
            <a:srgbClr val="FFE6D1"/>
          </a:solidFill>
        </p:grpSpPr>
        <p:grpSp>
          <p:nvGrpSpPr>
            <p:cNvPr id="309" name="iSḻïḋe"/>
            <p:cNvGrpSpPr/>
            <p:nvPr/>
          </p:nvGrpSpPr>
          <p:grpSpPr>
            <a:xfrm>
              <a:off x="5528397" y="3806230"/>
              <a:ext cx="2860508" cy="275467"/>
              <a:chOff x="4851400" y="4251325"/>
              <a:chExt cx="6264276" cy="603251"/>
            </a:xfrm>
            <a:grpFill/>
          </p:grpSpPr>
          <p:sp>
            <p:nvSpPr>
              <p:cNvPr id="352" name="ïšlïḑê"/>
              <p:cNvSpPr/>
              <p:nvPr/>
            </p:nvSpPr>
            <p:spPr bwMode="auto">
              <a:xfrm>
                <a:off x="4851400" y="4251325"/>
                <a:ext cx="365125" cy="474663"/>
              </a:xfrm>
              <a:custGeom>
                <a:avLst/>
                <a:gdLst>
                  <a:gd name="T0" fmla="*/ 87 w 111"/>
                  <a:gd name="T1" fmla="*/ 68 h 144"/>
                  <a:gd name="T2" fmla="*/ 56 w 111"/>
                  <a:gd name="T3" fmla="*/ 59 h 144"/>
                  <a:gd name="T4" fmla="*/ 28 w 111"/>
                  <a:gd name="T5" fmla="*/ 49 h 144"/>
                  <a:gd name="T6" fmla="*/ 23 w 111"/>
                  <a:gd name="T7" fmla="*/ 37 h 144"/>
                  <a:gd name="T8" fmla="*/ 31 w 111"/>
                  <a:gd name="T9" fmla="*/ 22 h 144"/>
                  <a:gd name="T10" fmla="*/ 55 w 111"/>
                  <a:gd name="T11" fmla="*/ 16 h 144"/>
                  <a:gd name="T12" fmla="*/ 80 w 111"/>
                  <a:gd name="T13" fmla="*/ 23 h 144"/>
                  <a:gd name="T14" fmla="*/ 89 w 111"/>
                  <a:gd name="T15" fmla="*/ 43 h 144"/>
                  <a:gd name="T16" fmla="*/ 107 w 111"/>
                  <a:gd name="T17" fmla="*/ 41 h 144"/>
                  <a:gd name="T18" fmla="*/ 100 w 111"/>
                  <a:gd name="T19" fmla="*/ 19 h 144"/>
                  <a:gd name="T20" fmla="*/ 82 w 111"/>
                  <a:gd name="T21" fmla="*/ 5 h 144"/>
                  <a:gd name="T22" fmla="*/ 54 w 111"/>
                  <a:gd name="T23" fmla="*/ 0 h 144"/>
                  <a:gd name="T24" fmla="*/ 29 w 111"/>
                  <a:gd name="T25" fmla="*/ 4 h 144"/>
                  <a:gd name="T26" fmla="*/ 11 w 111"/>
                  <a:gd name="T27" fmla="*/ 18 h 144"/>
                  <a:gd name="T28" fmla="*/ 5 w 111"/>
                  <a:gd name="T29" fmla="*/ 38 h 144"/>
                  <a:gd name="T30" fmla="*/ 10 w 111"/>
                  <a:gd name="T31" fmla="*/ 56 h 144"/>
                  <a:gd name="T32" fmla="*/ 25 w 111"/>
                  <a:gd name="T33" fmla="*/ 69 h 144"/>
                  <a:gd name="T34" fmla="*/ 52 w 111"/>
                  <a:gd name="T35" fmla="*/ 77 h 144"/>
                  <a:gd name="T36" fmla="*/ 77 w 111"/>
                  <a:gd name="T37" fmla="*/ 84 h 144"/>
                  <a:gd name="T38" fmla="*/ 89 w 111"/>
                  <a:gd name="T39" fmla="*/ 92 h 144"/>
                  <a:gd name="T40" fmla="*/ 93 w 111"/>
                  <a:gd name="T41" fmla="*/ 104 h 144"/>
                  <a:gd name="T42" fmla="*/ 89 w 111"/>
                  <a:gd name="T43" fmla="*/ 116 h 144"/>
                  <a:gd name="T44" fmla="*/ 77 w 111"/>
                  <a:gd name="T45" fmla="*/ 125 h 144"/>
                  <a:gd name="T46" fmla="*/ 59 w 111"/>
                  <a:gd name="T47" fmla="*/ 128 h 144"/>
                  <a:gd name="T48" fmla="*/ 37 w 111"/>
                  <a:gd name="T49" fmla="*/ 124 h 144"/>
                  <a:gd name="T50" fmla="*/ 23 w 111"/>
                  <a:gd name="T51" fmla="*/ 113 h 144"/>
                  <a:gd name="T52" fmla="*/ 17 w 111"/>
                  <a:gd name="T53" fmla="*/ 95 h 144"/>
                  <a:gd name="T54" fmla="*/ 0 w 111"/>
                  <a:gd name="T55" fmla="*/ 97 h 144"/>
                  <a:gd name="T56" fmla="*/ 8 w 111"/>
                  <a:gd name="T57" fmla="*/ 122 h 144"/>
                  <a:gd name="T58" fmla="*/ 28 w 111"/>
                  <a:gd name="T59" fmla="*/ 139 h 144"/>
                  <a:gd name="T60" fmla="*/ 59 w 111"/>
                  <a:gd name="T61" fmla="*/ 144 h 144"/>
                  <a:gd name="T62" fmla="*/ 86 w 111"/>
                  <a:gd name="T63" fmla="*/ 139 h 144"/>
                  <a:gd name="T64" fmla="*/ 105 w 111"/>
                  <a:gd name="T65" fmla="*/ 123 h 144"/>
                  <a:gd name="T66" fmla="*/ 111 w 111"/>
                  <a:gd name="T67" fmla="*/ 102 h 144"/>
                  <a:gd name="T68" fmla="*/ 105 w 111"/>
                  <a:gd name="T69" fmla="*/ 83 h 144"/>
                  <a:gd name="T70" fmla="*/ 87 w 111"/>
                  <a:gd name="T71" fmla="*/ 68 h 1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111" h="144">
                    <a:moveTo>
                      <a:pt x="87" y="68"/>
                    </a:moveTo>
                    <a:cubicBezTo>
                      <a:pt x="82" y="66"/>
                      <a:pt x="71" y="63"/>
                      <a:pt x="56" y="59"/>
                    </a:cubicBezTo>
                    <a:cubicBezTo>
                      <a:pt x="41" y="56"/>
                      <a:pt x="32" y="53"/>
                      <a:pt x="28" y="49"/>
                    </a:cubicBezTo>
                    <a:cubicBezTo>
                      <a:pt x="25" y="46"/>
                      <a:pt x="23" y="42"/>
                      <a:pt x="23" y="37"/>
                    </a:cubicBezTo>
                    <a:cubicBezTo>
                      <a:pt x="23" y="31"/>
                      <a:pt x="26" y="26"/>
                      <a:pt x="31" y="22"/>
                    </a:cubicBezTo>
                    <a:cubicBezTo>
                      <a:pt x="36" y="18"/>
                      <a:pt x="44" y="16"/>
                      <a:pt x="55" y="16"/>
                    </a:cubicBezTo>
                    <a:cubicBezTo>
                      <a:pt x="66" y="16"/>
                      <a:pt x="74" y="18"/>
                      <a:pt x="80" y="23"/>
                    </a:cubicBezTo>
                    <a:cubicBezTo>
                      <a:pt x="85" y="27"/>
                      <a:pt x="88" y="34"/>
                      <a:pt x="89" y="43"/>
                    </a:cubicBezTo>
                    <a:cubicBezTo>
                      <a:pt x="107" y="41"/>
                      <a:pt x="107" y="41"/>
                      <a:pt x="107" y="41"/>
                    </a:cubicBezTo>
                    <a:cubicBezTo>
                      <a:pt x="107" y="33"/>
                      <a:pt x="104" y="26"/>
                      <a:pt x="100" y="19"/>
                    </a:cubicBezTo>
                    <a:cubicBezTo>
                      <a:pt x="96" y="13"/>
                      <a:pt x="90" y="8"/>
                      <a:pt x="82" y="5"/>
                    </a:cubicBezTo>
                    <a:cubicBezTo>
                      <a:pt x="74" y="1"/>
                      <a:pt x="65" y="0"/>
                      <a:pt x="54" y="0"/>
                    </a:cubicBezTo>
                    <a:cubicBezTo>
                      <a:pt x="45" y="0"/>
                      <a:pt x="36" y="1"/>
                      <a:pt x="29" y="4"/>
                    </a:cubicBezTo>
                    <a:cubicBezTo>
                      <a:pt x="21" y="8"/>
                      <a:pt x="15" y="12"/>
                      <a:pt x="11" y="18"/>
                    </a:cubicBezTo>
                    <a:cubicBezTo>
                      <a:pt x="7" y="25"/>
                      <a:pt x="5" y="31"/>
                      <a:pt x="5" y="38"/>
                    </a:cubicBezTo>
                    <a:cubicBezTo>
                      <a:pt x="5" y="45"/>
                      <a:pt x="7" y="50"/>
                      <a:pt x="10" y="56"/>
                    </a:cubicBezTo>
                    <a:cubicBezTo>
                      <a:pt x="13" y="61"/>
                      <a:pt x="18" y="65"/>
                      <a:pt x="25" y="69"/>
                    </a:cubicBezTo>
                    <a:cubicBezTo>
                      <a:pt x="30" y="71"/>
                      <a:pt x="39" y="74"/>
                      <a:pt x="52" y="77"/>
                    </a:cubicBezTo>
                    <a:cubicBezTo>
                      <a:pt x="65" y="80"/>
                      <a:pt x="73" y="83"/>
                      <a:pt x="77" y="84"/>
                    </a:cubicBezTo>
                    <a:cubicBezTo>
                      <a:pt x="83" y="86"/>
                      <a:pt x="87" y="89"/>
                      <a:pt x="89" y="92"/>
                    </a:cubicBezTo>
                    <a:cubicBezTo>
                      <a:pt x="92" y="96"/>
                      <a:pt x="93" y="100"/>
                      <a:pt x="93" y="104"/>
                    </a:cubicBezTo>
                    <a:cubicBezTo>
                      <a:pt x="93" y="108"/>
                      <a:pt x="92" y="112"/>
                      <a:pt x="89" y="116"/>
                    </a:cubicBezTo>
                    <a:cubicBezTo>
                      <a:pt x="87" y="120"/>
                      <a:pt x="83" y="122"/>
                      <a:pt x="77" y="125"/>
                    </a:cubicBezTo>
                    <a:cubicBezTo>
                      <a:pt x="72" y="127"/>
                      <a:pt x="66" y="128"/>
                      <a:pt x="59" y="128"/>
                    </a:cubicBezTo>
                    <a:cubicBezTo>
                      <a:pt x="51" y="128"/>
                      <a:pt x="43" y="126"/>
                      <a:pt x="37" y="124"/>
                    </a:cubicBezTo>
                    <a:cubicBezTo>
                      <a:pt x="31" y="121"/>
                      <a:pt x="26" y="117"/>
                      <a:pt x="23" y="113"/>
                    </a:cubicBezTo>
                    <a:cubicBezTo>
                      <a:pt x="20" y="108"/>
                      <a:pt x="18" y="102"/>
                      <a:pt x="17" y="9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0" y="106"/>
                      <a:pt x="3" y="115"/>
                      <a:pt x="8" y="122"/>
                    </a:cubicBezTo>
                    <a:cubicBezTo>
                      <a:pt x="12" y="130"/>
                      <a:pt x="19" y="135"/>
                      <a:pt x="28" y="139"/>
                    </a:cubicBezTo>
                    <a:cubicBezTo>
                      <a:pt x="36" y="142"/>
                      <a:pt x="47" y="144"/>
                      <a:pt x="59" y="144"/>
                    </a:cubicBezTo>
                    <a:cubicBezTo>
                      <a:pt x="69" y="144"/>
                      <a:pt x="78" y="142"/>
                      <a:pt x="86" y="139"/>
                    </a:cubicBezTo>
                    <a:cubicBezTo>
                      <a:pt x="94" y="135"/>
                      <a:pt x="100" y="130"/>
                      <a:pt x="105" y="123"/>
                    </a:cubicBezTo>
                    <a:cubicBezTo>
                      <a:pt x="109" y="117"/>
                      <a:pt x="111" y="110"/>
                      <a:pt x="111" y="102"/>
                    </a:cubicBezTo>
                    <a:cubicBezTo>
                      <a:pt x="111" y="95"/>
                      <a:pt x="109" y="88"/>
                      <a:pt x="105" y="83"/>
                    </a:cubicBezTo>
                    <a:cubicBezTo>
                      <a:pt x="101" y="77"/>
                      <a:pt x="95" y="72"/>
                      <a:pt x="87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3" name="ïsḻïḑe"/>
              <p:cNvSpPr/>
              <p:nvPr/>
            </p:nvSpPr>
            <p:spPr bwMode="auto">
              <a:xfrm>
                <a:off x="5329238" y="4257675"/>
                <a:ext cx="273050" cy="461963"/>
              </a:xfrm>
              <a:custGeom>
                <a:avLst/>
                <a:gdLst>
                  <a:gd name="T0" fmla="*/ 67 w 83"/>
                  <a:gd name="T1" fmla="*/ 41 h 140"/>
                  <a:gd name="T2" fmla="*/ 48 w 83"/>
                  <a:gd name="T3" fmla="*/ 36 h 140"/>
                  <a:gd name="T4" fmla="*/ 17 w 83"/>
                  <a:gd name="T5" fmla="*/ 50 h 140"/>
                  <a:gd name="T6" fmla="*/ 17 w 83"/>
                  <a:gd name="T7" fmla="*/ 0 h 140"/>
                  <a:gd name="T8" fmla="*/ 0 w 83"/>
                  <a:gd name="T9" fmla="*/ 0 h 140"/>
                  <a:gd name="T10" fmla="*/ 0 w 83"/>
                  <a:gd name="T11" fmla="*/ 140 h 140"/>
                  <a:gd name="T12" fmla="*/ 17 w 83"/>
                  <a:gd name="T13" fmla="*/ 140 h 140"/>
                  <a:gd name="T14" fmla="*/ 17 w 83"/>
                  <a:gd name="T15" fmla="*/ 84 h 140"/>
                  <a:gd name="T16" fmla="*/ 20 w 83"/>
                  <a:gd name="T17" fmla="*/ 66 h 140"/>
                  <a:gd name="T18" fmla="*/ 30 w 83"/>
                  <a:gd name="T19" fmla="*/ 55 h 140"/>
                  <a:gd name="T20" fmla="*/ 44 w 83"/>
                  <a:gd name="T21" fmla="*/ 51 h 140"/>
                  <a:gd name="T22" fmla="*/ 60 w 83"/>
                  <a:gd name="T23" fmla="*/ 57 h 140"/>
                  <a:gd name="T24" fmla="*/ 65 w 83"/>
                  <a:gd name="T25" fmla="*/ 76 h 140"/>
                  <a:gd name="T26" fmla="*/ 65 w 83"/>
                  <a:gd name="T27" fmla="*/ 140 h 140"/>
                  <a:gd name="T28" fmla="*/ 83 w 83"/>
                  <a:gd name="T29" fmla="*/ 140 h 140"/>
                  <a:gd name="T30" fmla="*/ 83 w 83"/>
                  <a:gd name="T31" fmla="*/ 76 h 140"/>
                  <a:gd name="T32" fmla="*/ 79 w 83"/>
                  <a:gd name="T33" fmla="*/ 53 h 140"/>
                  <a:gd name="T34" fmla="*/ 67 w 83"/>
                  <a:gd name="T35" fmla="*/ 41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3" h="140">
                    <a:moveTo>
                      <a:pt x="67" y="41"/>
                    </a:moveTo>
                    <a:cubicBezTo>
                      <a:pt x="62" y="38"/>
                      <a:pt x="55" y="36"/>
                      <a:pt x="48" y="36"/>
                    </a:cubicBezTo>
                    <a:cubicBezTo>
                      <a:pt x="35" y="36"/>
                      <a:pt x="25" y="41"/>
                      <a:pt x="17" y="5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7" y="84"/>
                      <a:pt x="17" y="84"/>
                      <a:pt x="17" y="84"/>
                    </a:cubicBezTo>
                    <a:cubicBezTo>
                      <a:pt x="17" y="77"/>
                      <a:pt x="18" y="70"/>
                      <a:pt x="20" y="66"/>
                    </a:cubicBezTo>
                    <a:cubicBezTo>
                      <a:pt x="22" y="61"/>
                      <a:pt x="25" y="58"/>
                      <a:pt x="30" y="55"/>
                    </a:cubicBezTo>
                    <a:cubicBezTo>
                      <a:pt x="34" y="52"/>
                      <a:pt x="39" y="51"/>
                      <a:pt x="44" y="51"/>
                    </a:cubicBezTo>
                    <a:cubicBezTo>
                      <a:pt x="51" y="51"/>
                      <a:pt x="56" y="53"/>
                      <a:pt x="60" y="57"/>
                    </a:cubicBezTo>
                    <a:cubicBezTo>
                      <a:pt x="64" y="61"/>
                      <a:pt x="65" y="67"/>
                      <a:pt x="65" y="7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83" y="140"/>
                      <a:pt x="83" y="140"/>
                      <a:pt x="83" y="140"/>
                    </a:cubicBezTo>
                    <a:cubicBezTo>
                      <a:pt x="83" y="76"/>
                      <a:pt x="83" y="76"/>
                      <a:pt x="83" y="76"/>
                    </a:cubicBezTo>
                    <a:cubicBezTo>
                      <a:pt x="83" y="66"/>
                      <a:pt x="81" y="58"/>
                      <a:pt x="79" y="53"/>
                    </a:cubicBezTo>
                    <a:cubicBezTo>
                      <a:pt x="77" y="48"/>
                      <a:pt x="73" y="44"/>
                      <a:pt x="67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4" name="ïšlîḋé"/>
              <p:cNvSpPr/>
              <p:nvPr/>
            </p:nvSpPr>
            <p:spPr bwMode="auto">
              <a:xfrm>
                <a:off x="5705475" y="4376738"/>
                <a:ext cx="306388" cy="349250"/>
              </a:xfrm>
              <a:custGeom>
                <a:avLst/>
                <a:gdLst>
                  <a:gd name="T0" fmla="*/ 88 w 93"/>
                  <a:gd name="T1" fmla="*/ 61 h 106"/>
                  <a:gd name="T2" fmla="*/ 88 w 93"/>
                  <a:gd name="T3" fmla="*/ 39 h 106"/>
                  <a:gd name="T4" fmla="*/ 87 w 93"/>
                  <a:gd name="T5" fmla="*/ 23 h 106"/>
                  <a:gd name="T6" fmla="*/ 81 w 93"/>
                  <a:gd name="T7" fmla="*/ 11 h 106"/>
                  <a:gd name="T8" fmla="*/ 69 w 93"/>
                  <a:gd name="T9" fmla="*/ 3 h 106"/>
                  <a:gd name="T10" fmla="*/ 48 w 93"/>
                  <a:gd name="T11" fmla="*/ 0 h 106"/>
                  <a:gd name="T12" fmla="*/ 25 w 93"/>
                  <a:gd name="T13" fmla="*/ 4 h 106"/>
                  <a:gd name="T14" fmla="*/ 10 w 93"/>
                  <a:gd name="T15" fmla="*/ 14 h 106"/>
                  <a:gd name="T16" fmla="*/ 3 w 93"/>
                  <a:gd name="T17" fmla="*/ 31 h 106"/>
                  <a:gd name="T18" fmla="*/ 19 w 93"/>
                  <a:gd name="T19" fmla="*/ 34 h 106"/>
                  <a:gd name="T20" fmla="*/ 28 w 93"/>
                  <a:gd name="T21" fmla="*/ 19 h 106"/>
                  <a:gd name="T22" fmla="*/ 46 w 93"/>
                  <a:gd name="T23" fmla="*/ 15 h 106"/>
                  <a:gd name="T24" fmla="*/ 65 w 93"/>
                  <a:gd name="T25" fmla="*/ 20 h 106"/>
                  <a:gd name="T26" fmla="*/ 70 w 93"/>
                  <a:gd name="T27" fmla="*/ 35 h 106"/>
                  <a:gd name="T28" fmla="*/ 70 w 93"/>
                  <a:gd name="T29" fmla="*/ 40 h 106"/>
                  <a:gd name="T30" fmla="*/ 40 w 93"/>
                  <a:gd name="T31" fmla="*/ 46 h 106"/>
                  <a:gd name="T32" fmla="*/ 24 w 93"/>
                  <a:gd name="T33" fmla="*/ 48 h 106"/>
                  <a:gd name="T34" fmla="*/ 12 w 93"/>
                  <a:gd name="T35" fmla="*/ 54 h 106"/>
                  <a:gd name="T36" fmla="*/ 3 w 93"/>
                  <a:gd name="T37" fmla="*/ 64 h 106"/>
                  <a:gd name="T38" fmla="*/ 0 w 93"/>
                  <a:gd name="T39" fmla="*/ 77 h 106"/>
                  <a:gd name="T40" fmla="*/ 9 w 93"/>
                  <a:gd name="T41" fmla="*/ 98 h 106"/>
                  <a:gd name="T42" fmla="*/ 34 w 93"/>
                  <a:gd name="T43" fmla="*/ 106 h 106"/>
                  <a:gd name="T44" fmla="*/ 53 w 93"/>
                  <a:gd name="T45" fmla="*/ 103 h 106"/>
                  <a:gd name="T46" fmla="*/ 72 w 93"/>
                  <a:gd name="T47" fmla="*/ 91 h 106"/>
                  <a:gd name="T48" fmla="*/ 75 w 93"/>
                  <a:gd name="T49" fmla="*/ 104 h 106"/>
                  <a:gd name="T50" fmla="*/ 93 w 93"/>
                  <a:gd name="T51" fmla="*/ 104 h 106"/>
                  <a:gd name="T52" fmla="*/ 89 w 93"/>
                  <a:gd name="T53" fmla="*/ 92 h 106"/>
                  <a:gd name="T54" fmla="*/ 88 w 93"/>
                  <a:gd name="T55" fmla="*/ 61 h 106"/>
                  <a:gd name="T56" fmla="*/ 70 w 93"/>
                  <a:gd name="T57" fmla="*/ 59 h 106"/>
                  <a:gd name="T58" fmla="*/ 67 w 93"/>
                  <a:gd name="T59" fmla="*/ 77 h 106"/>
                  <a:gd name="T60" fmla="*/ 56 w 93"/>
                  <a:gd name="T61" fmla="*/ 88 h 106"/>
                  <a:gd name="T62" fmla="*/ 38 w 93"/>
                  <a:gd name="T63" fmla="*/ 93 h 106"/>
                  <a:gd name="T64" fmla="*/ 23 w 93"/>
                  <a:gd name="T65" fmla="*/ 88 h 106"/>
                  <a:gd name="T66" fmla="*/ 18 w 93"/>
                  <a:gd name="T67" fmla="*/ 77 h 106"/>
                  <a:gd name="T68" fmla="*/ 20 w 93"/>
                  <a:gd name="T69" fmla="*/ 69 h 106"/>
                  <a:gd name="T70" fmla="*/ 27 w 93"/>
                  <a:gd name="T71" fmla="*/ 63 h 106"/>
                  <a:gd name="T72" fmla="*/ 42 w 93"/>
                  <a:gd name="T73" fmla="*/ 60 h 106"/>
                  <a:gd name="T74" fmla="*/ 70 w 93"/>
                  <a:gd name="T75" fmla="*/ 53 h 106"/>
                  <a:gd name="T76" fmla="*/ 70 w 93"/>
                  <a:gd name="T77" fmla="*/ 5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3" h="106">
                    <a:moveTo>
                      <a:pt x="88" y="61"/>
                    </a:moveTo>
                    <a:cubicBezTo>
                      <a:pt x="88" y="39"/>
                      <a:pt x="88" y="39"/>
                      <a:pt x="88" y="39"/>
                    </a:cubicBezTo>
                    <a:cubicBezTo>
                      <a:pt x="88" y="31"/>
                      <a:pt x="87" y="26"/>
                      <a:pt x="87" y="23"/>
                    </a:cubicBezTo>
                    <a:cubicBezTo>
                      <a:pt x="86" y="18"/>
                      <a:pt x="84" y="14"/>
                      <a:pt x="81" y="11"/>
                    </a:cubicBezTo>
                    <a:cubicBezTo>
                      <a:pt x="79" y="8"/>
                      <a:pt x="75" y="5"/>
                      <a:pt x="69" y="3"/>
                    </a:cubicBezTo>
                    <a:cubicBezTo>
                      <a:pt x="64" y="1"/>
                      <a:pt x="57" y="0"/>
                      <a:pt x="48" y="0"/>
                    </a:cubicBezTo>
                    <a:cubicBezTo>
                      <a:pt x="40" y="0"/>
                      <a:pt x="32" y="2"/>
                      <a:pt x="25" y="4"/>
                    </a:cubicBezTo>
                    <a:cubicBezTo>
                      <a:pt x="19" y="6"/>
                      <a:pt x="14" y="10"/>
                      <a:pt x="10" y="14"/>
                    </a:cubicBezTo>
                    <a:cubicBezTo>
                      <a:pt x="7" y="19"/>
                      <a:pt x="4" y="24"/>
                      <a:pt x="3" y="31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21" y="27"/>
                      <a:pt x="24" y="22"/>
                      <a:pt x="28" y="19"/>
                    </a:cubicBezTo>
                    <a:cubicBezTo>
                      <a:pt x="32" y="16"/>
                      <a:pt x="38" y="15"/>
                      <a:pt x="46" y="15"/>
                    </a:cubicBezTo>
                    <a:cubicBezTo>
                      <a:pt x="55" y="15"/>
                      <a:pt x="61" y="16"/>
                      <a:pt x="65" y="20"/>
                    </a:cubicBezTo>
                    <a:cubicBezTo>
                      <a:pt x="69" y="23"/>
                      <a:pt x="70" y="28"/>
                      <a:pt x="70" y="35"/>
                    </a:cubicBezTo>
                    <a:cubicBezTo>
                      <a:pt x="70" y="36"/>
                      <a:pt x="70" y="37"/>
                      <a:pt x="70" y="40"/>
                    </a:cubicBezTo>
                    <a:cubicBezTo>
                      <a:pt x="64" y="42"/>
                      <a:pt x="53" y="44"/>
                      <a:pt x="40" y="46"/>
                    </a:cubicBezTo>
                    <a:cubicBezTo>
                      <a:pt x="33" y="46"/>
                      <a:pt x="28" y="47"/>
                      <a:pt x="24" y="48"/>
                    </a:cubicBezTo>
                    <a:cubicBezTo>
                      <a:pt x="20" y="49"/>
                      <a:pt x="16" y="51"/>
                      <a:pt x="12" y="54"/>
                    </a:cubicBezTo>
                    <a:cubicBezTo>
                      <a:pt x="8" y="56"/>
                      <a:pt x="5" y="59"/>
                      <a:pt x="3" y="64"/>
                    </a:cubicBezTo>
                    <a:cubicBezTo>
                      <a:pt x="1" y="68"/>
                      <a:pt x="0" y="72"/>
                      <a:pt x="0" y="77"/>
                    </a:cubicBezTo>
                    <a:cubicBezTo>
                      <a:pt x="0" y="86"/>
                      <a:pt x="3" y="93"/>
                      <a:pt x="9" y="98"/>
                    </a:cubicBezTo>
                    <a:cubicBezTo>
                      <a:pt x="15" y="103"/>
                      <a:pt x="23" y="106"/>
                      <a:pt x="34" y="106"/>
                    </a:cubicBezTo>
                    <a:cubicBezTo>
                      <a:pt x="41" y="106"/>
                      <a:pt x="47" y="105"/>
                      <a:pt x="53" y="103"/>
                    </a:cubicBezTo>
                    <a:cubicBezTo>
                      <a:pt x="59" y="101"/>
                      <a:pt x="65" y="97"/>
                      <a:pt x="72" y="91"/>
                    </a:cubicBezTo>
                    <a:cubicBezTo>
                      <a:pt x="72" y="96"/>
                      <a:pt x="73" y="100"/>
                      <a:pt x="75" y="104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91" y="100"/>
                      <a:pt x="89" y="96"/>
                      <a:pt x="89" y="92"/>
                    </a:cubicBezTo>
                    <a:cubicBezTo>
                      <a:pt x="88" y="88"/>
                      <a:pt x="88" y="77"/>
                      <a:pt x="88" y="61"/>
                    </a:cubicBezTo>
                    <a:close/>
                    <a:moveTo>
                      <a:pt x="70" y="59"/>
                    </a:moveTo>
                    <a:cubicBezTo>
                      <a:pt x="70" y="67"/>
                      <a:pt x="69" y="73"/>
                      <a:pt x="67" y="77"/>
                    </a:cubicBezTo>
                    <a:cubicBezTo>
                      <a:pt x="65" y="82"/>
                      <a:pt x="61" y="85"/>
                      <a:pt x="56" y="88"/>
                    </a:cubicBezTo>
                    <a:cubicBezTo>
                      <a:pt x="51" y="91"/>
                      <a:pt x="45" y="93"/>
                      <a:pt x="38" y="93"/>
                    </a:cubicBezTo>
                    <a:cubicBezTo>
                      <a:pt x="32" y="93"/>
                      <a:pt x="27" y="91"/>
                      <a:pt x="23" y="88"/>
                    </a:cubicBezTo>
                    <a:cubicBezTo>
                      <a:pt x="20" y="85"/>
                      <a:pt x="18" y="81"/>
                      <a:pt x="18" y="77"/>
                    </a:cubicBezTo>
                    <a:cubicBezTo>
                      <a:pt x="18" y="74"/>
                      <a:pt x="19" y="71"/>
                      <a:pt x="20" y="69"/>
                    </a:cubicBezTo>
                    <a:cubicBezTo>
                      <a:pt x="22" y="66"/>
                      <a:pt x="24" y="64"/>
                      <a:pt x="27" y="63"/>
                    </a:cubicBezTo>
                    <a:cubicBezTo>
                      <a:pt x="30" y="62"/>
                      <a:pt x="35" y="61"/>
                      <a:pt x="42" y="60"/>
                    </a:cubicBezTo>
                    <a:cubicBezTo>
                      <a:pt x="55" y="58"/>
                      <a:pt x="64" y="56"/>
                      <a:pt x="70" y="53"/>
                    </a:cubicBezTo>
                    <a:lnTo>
                      <a:pt x="70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5" name="iṩ1îḍê"/>
              <p:cNvSpPr/>
              <p:nvPr/>
            </p:nvSpPr>
            <p:spPr bwMode="auto">
              <a:xfrm>
                <a:off x="6116638" y="4376738"/>
                <a:ext cx="271463" cy="342900"/>
              </a:xfrm>
              <a:custGeom>
                <a:avLst/>
                <a:gdLst>
                  <a:gd name="T0" fmla="*/ 76 w 82"/>
                  <a:gd name="T1" fmla="*/ 12 h 104"/>
                  <a:gd name="T2" fmla="*/ 65 w 82"/>
                  <a:gd name="T3" fmla="*/ 4 h 104"/>
                  <a:gd name="T4" fmla="*/ 48 w 82"/>
                  <a:gd name="T5" fmla="*/ 0 h 104"/>
                  <a:gd name="T6" fmla="*/ 15 w 82"/>
                  <a:gd name="T7" fmla="*/ 17 h 104"/>
                  <a:gd name="T8" fmla="*/ 15 w 82"/>
                  <a:gd name="T9" fmla="*/ 3 h 104"/>
                  <a:gd name="T10" fmla="*/ 0 w 82"/>
                  <a:gd name="T11" fmla="*/ 3 h 104"/>
                  <a:gd name="T12" fmla="*/ 0 w 82"/>
                  <a:gd name="T13" fmla="*/ 104 h 104"/>
                  <a:gd name="T14" fmla="*/ 17 w 82"/>
                  <a:gd name="T15" fmla="*/ 104 h 104"/>
                  <a:gd name="T16" fmla="*/ 17 w 82"/>
                  <a:gd name="T17" fmla="*/ 49 h 104"/>
                  <a:gd name="T18" fmla="*/ 25 w 82"/>
                  <a:gd name="T19" fmla="*/ 22 h 104"/>
                  <a:gd name="T20" fmla="*/ 44 w 82"/>
                  <a:gd name="T21" fmla="*/ 15 h 104"/>
                  <a:gd name="T22" fmla="*/ 56 w 82"/>
                  <a:gd name="T23" fmla="*/ 18 h 104"/>
                  <a:gd name="T24" fmla="*/ 63 w 82"/>
                  <a:gd name="T25" fmla="*/ 27 h 104"/>
                  <a:gd name="T26" fmla="*/ 65 w 82"/>
                  <a:gd name="T27" fmla="*/ 42 h 104"/>
                  <a:gd name="T28" fmla="*/ 65 w 82"/>
                  <a:gd name="T29" fmla="*/ 104 h 104"/>
                  <a:gd name="T30" fmla="*/ 82 w 82"/>
                  <a:gd name="T31" fmla="*/ 104 h 104"/>
                  <a:gd name="T32" fmla="*/ 82 w 82"/>
                  <a:gd name="T33" fmla="*/ 42 h 104"/>
                  <a:gd name="T34" fmla="*/ 81 w 82"/>
                  <a:gd name="T35" fmla="*/ 25 h 104"/>
                  <a:gd name="T36" fmla="*/ 76 w 82"/>
                  <a:gd name="T3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2" h="104">
                    <a:moveTo>
                      <a:pt x="76" y="12"/>
                    </a:moveTo>
                    <a:cubicBezTo>
                      <a:pt x="73" y="9"/>
                      <a:pt x="70" y="6"/>
                      <a:pt x="65" y="4"/>
                    </a:cubicBezTo>
                    <a:cubicBezTo>
                      <a:pt x="59" y="1"/>
                      <a:pt x="54" y="0"/>
                      <a:pt x="48" y="0"/>
                    </a:cubicBezTo>
                    <a:cubicBezTo>
                      <a:pt x="34" y="0"/>
                      <a:pt x="23" y="6"/>
                      <a:pt x="15" y="17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7" y="49"/>
                      <a:pt x="17" y="49"/>
                      <a:pt x="17" y="49"/>
                    </a:cubicBezTo>
                    <a:cubicBezTo>
                      <a:pt x="17" y="36"/>
                      <a:pt x="20" y="27"/>
                      <a:pt x="25" y="22"/>
                    </a:cubicBezTo>
                    <a:cubicBezTo>
                      <a:pt x="30" y="18"/>
                      <a:pt x="37" y="15"/>
                      <a:pt x="44" y="15"/>
                    </a:cubicBezTo>
                    <a:cubicBezTo>
                      <a:pt x="49" y="15"/>
                      <a:pt x="53" y="16"/>
                      <a:pt x="56" y="18"/>
                    </a:cubicBezTo>
                    <a:cubicBezTo>
                      <a:pt x="59" y="20"/>
                      <a:pt x="62" y="23"/>
                      <a:pt x="63" y="27"/>
                    </a:cubicBezTo>
                    <a:cubicBezTo>
                      <a:pt x="64" y="30"/>
                      <a:pt x="65" y="35"/>
                      <a:pt x="65" y="42"/>
                    </a:cubicBezTo>
                    <a:cubicBezTo>
                      <a:pt x="65" y="104"/>
                      <a:pt x="65" y="104"/>
                      <a:pt x="65" y="104"/>
                    </a:cubicBezTo>
                    <a:cubicBezTo>
                      <a:pt x="82" y="104"/>
                      <a:pt x="82" y="104"/>
                      <a:pt x="82" y="104"/>
                    </a:cubicBezTo>
                    <a:cubicBezTo>
                      <a:pt x="82" y="42"/>
                      <a:pt x="82" y="42"/>
                      <a:pt x="82" y="42"/>
                    </a:cubicBezTo>
                    <a:cubicBezTo>
                      <a:pt x="82" y="34"/>
                      <a:pt x="82" y="28"/>
                      <a:pt x="81" y="25"/>
                    </a:cubicBezTo>
                    <a:cubicBezTo>
                      <a:pt x="80" y="20"/>
                      <a:pt x="79" y="16"/>
                      <a:pt x="7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6" name="îṩ1îḓé"/>
              <p:cNvSpPr/>
              <p:nvPr/>
            </p:nvSpPr>
            <p:spPr bwMode="auto">
              <a:xfrm>
                <a:off x="6489700" y="4376738"/>
                <a:ext cx="293688" cy="477838"/>
              </a:xfrm>
              <a:custGeom>
                <a:avLst/>
                <a:gdLst>
                  <a:gd name="T0" fmla="*/ 73 w 89"/>
                  <a:gd name="T1" fmla="*/ 15 h 145"/>
                  <a:gd name="T2" fmla="*/ 44 w 89"/>
                  <a:gd name="T3" fmla="*/ 0 h 145"/>
                  <a:gd name="T4" fmla="*/ 20 w 89"/>
                  <a:gd name="T5" fmla="*/ 7 h 145"/>
                  <a:gd name="T6" fmla="*/ 5 w 89"/>
                  <a:gd name="T7" fmla="*/ 26 h 145"/>
                  <a:gd name="T8" fmla="*/ 0 w 89"/>
                  <a:gd name="T9" fmla="*/ 53 h 145"/>
                  <a:gd name="T10" fmla="*/ 11 w 89"/>
                  <a:gd name="T11" fmla="*/ 89 h 145"/>
                  <a:gd name="T12" fmla="*/ 44 w 89"/>
                  <a:gd name="T13" fmla="*/ 104 h 145"/>
                  <a:gd name="T14" fmla="*/ 72 w 89"/>
                  <a:gd name="T15" fmla="*/ 91 h 145"/>
                  <a:gd name="T16" fmla="*/ 70 w 89"/>
                  <a:gd name="T17" fmla="*/ 113 h 145"/>
                  <a:gd name="T18" fmla="*/ 62 w 89"/>
                  <a:gd name="T19" fmla="*/ 126 h 145"/>
                  <a:gd name="T20" fmla="*/ 43 w 89"/>
                  <a:gd name="T21" fmla="*/ 131 h 145"/>
                  <a:gd name="T22" fmla="*/ 26 w 89"/>
                  <a:gd name="T23" fmla="*/ 126 h 145"/>
                  <a:gd name="T24" fmla="*/ 20 w 89"/>
                  <a:gd name="T25" fmla="*/ 115 h 145"/>
                  <a:gd name="T26" fmla="*/ 3 w 89"/>
                  <a:gd name="T27" fmla="*/ 112 h 145"/>
                  <a:gd name="T28" fmla="*/ 14 w 89"/>
                  <a:gd name="T29" fmla="*/ 137 h 145"/>
                  <a:gd name="T30" fmla="*/ 43 w 89"/>
                  <a:gd name="T31" fmla="*/ 145 h 145"/>
                  <a:gd name="T32" fmla="*/ 69 w 89"/>
                  <a:gd name="T33" fmla="*/ 139 h 145"/>
                  <a:gd name="T34" fmla="*/ 84 w 89"/>
                  <a:gd name="T35" fmla="*/ 124 h 145"/>
                  <a:gd name="T36" fmla="*/ 89 w 89"/>
                  <a:gd name="T37" fmla="*/ 90 h 145"/>
                  <a:gd name="T38" fmla="*/ 89 w 89"/>
                  <a:gd name="T39" fmla="*/ 3 h 145"/>
                  <a:gd name="T40" fmla="*/ 73 w 89"/>
                  <a:gd name="T41" fmla="*/ 3 h 145"/>
                  <a:gd name="T42" fmla="*/ 73 w 89"/>
                  <a:gd name="T43" fmla="*/ 15 h 145"/>
                  <a:gd name="T44" fmla="*/ 65 w 89"/>
                  <a:gd name="T45" fmla="*/ 81 h 145"/>
                  <a:gd name="T46" fmla="*/ 45 w 89"/>
                  <a:gd name="T47" fmla="*/ 90 h 145"/>
                  <a:gd name="T48" fmla="*/ 25 w 89"/>
                  <a:gd name="T49" fmla="*/ 81 h 145"/>
                  <a:gd name="T50" fmla="*/ 18 w 89"/>
                  <a:gd name="T51" fmla="*/ 51 h 145"/>
                  <a:gd name="T52" fmla="*/ 26 w 89"/>
                  <a:gd name="T53" fmla="*/ 24 h 145"/>
                  <a:gd name="T54" fmla="*/ 45 w 89"/>
                  <a:gd name="T55" fmla="*/ 15 h 145"/>
                  <a:gd name="T56" fmla="*/ 65 w 89"/>
                  <a:gd name="T57" fmla="*/ 24 h 145"/>
                  <a:gd name="T58" fmla="*/ 73 w 89"/>
                  <a:gd name="T59" fmla="*/ 52 h 145"/>
                  <a:gd name="T60" fmla="*/ 65 w 89"/>
                  <a:gd name="T61" fmla="*/ 81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89" h="145">
                    <a:moveTo>
                      <a:pt x="73" y="15"/>
                    </a:moveTo>
                    <a:cubicBezTo>
                      <a:pt x="66" y="5"/>
                      <a:pt x="56" y="0"/>
                      <a:pt x="44" y="0"/>
                    </a:cubicBezTo>
                    <a:cubicBezTo>
                      <a:pt x="35" y="0"/>
                      <a:pt x="27" y="3"/>
                      <a:pt x="20" y="7"/>
                    </a:cubicBezTo>
                    <a:cubicBezTo>
                      <a:pt x="14" y="11"/>
                      <a:pt x="9" y="18"/>
                      <a:pt x="5" y="26"/>
                    </a:cubicBezTo>
                    <a:cubicBezTo>
                      <a:pt x="2" y="34"/>
                      <a:pt x="0" y="43"/>
                      <a:pt x="0" y="53"/>
                    </a:cubicBezTo>
                    <a:cubicBezTo>
                      <a:pt x="0" y="67"/>
                      <a:pt x="4" y="79"/>
                      <a:pt x="11" y="89"/>
                    </a:cubicBezTo>
                    <a:cubicBezTo>
                      <a:pt x="19" y="99"/>
                      <a:pt x="30" y="104"/>
                      <a:pt x="44" y="104"/>
                    </a:cubicBezTo>
                    <a:cubicBezTo>
                      <a:pt x="55" y="104"/>
                      <a:pt x="64" y="99"/>
                      <a:pt x="72" y="91"/>
                    </a:cubicBezTo>
                    <a:cubicBezTo>
                      <a:pt x="72" y="102"/>
                      <a:pt x="71" y="109"/>
                      <a:pt x="70" y="113"/>
                    </a:cubicBezTo>
                    <a:cubicBezTo>
                      <a:pt x="69" y="118"/>
                      <a:pt x="66" y="123"/>
                      <a:pt x="62" y="126"/>
                    </a:cubicBezTo>
                    <a:cubicBezTo>
                      <a:pt x="57" y="129"/>
                      <a:pt x="51" y="131"/>
                      <a:pt x="43" y="131"/>
                    </a:cubicBezTo>
                    <a:cubicBezTo>
                      <a:pt x="36" y="131"/>
                      <a:pt x="30" y="129"/>
                      <a:pt x="26" y="126"/>
                    </a:cubicBezTo>
                    <a:cubicBezTo>
                      <a:pt x="23" y="124"/>
                      <a:pt x="21" y="120"/>
                      <a:pt x="20" y="115"/>
                    </a:cubicBezTo>
                    <a:cubicBezTo>
                      <a:pt x="3" y="112"/>
                      <a:pt x="3" y="112"/>
                      <a:pt x="3" y="112"/>
                    </a:cubicBezTo>
                    <a:cubicBezTo>
                      <a:pt x="3" y="123"/>
                      <a:pt x="7" y="131"/>
                      <a:pt x="14" y="137"/>
                    </a:cubicBezTo>
                    <a:cubicBezTo>
                      <a:pt x="22" y="142"/>
                      <a:pt x="31" y="145"/>
                      <a:pt x="43" y="145"/>
                    </a:cubicBezTo>
                    <a:cubicBezTo>
                      <a:pt x="54" y="145"/>
                      <a:pt x="62" y="143"/>
                      <a:pt x="69" y="139"/>
                    </a:cubicBezTo>
                    <a:cubicBezTo>
                      <a:pt x="76" y="135"/>
                      <a:pt x="81" y="130"/>
                      <a:pt x="84" y="124"/>
                    </a:cubicBezTo>
                    <a:cubicBezTo>
                      <a:pt x="88" y="117"/>
                      <a:pt x="89" y="106"/>
                      <a:pt x="89" y="90"/>
                    </a:cubicBezTo>
                    <a:cubicBezTo>
                      <a:pt x="89" y="3"/>
                      <a:pt x="89" y="3"/>
                      <a:pt x="89" y="3"/>
                    </a:cubicBezTo>
                    <a:cubicBezTo>
                      <a:pt x="73" y="3"/>
                      <a:pt x="73" y="3"/>
                      <a:pt x="73" y="3"/>
                    </a:cubicBezTo>
                    <a:lnTo>
                      <a:pt x="73" y="15"/>
                    </a:lnTo>
                    <a:close/>
                    <a:moveTo>
                      <a:pt x="65" y="81"/>
                    </a:moveTo>
                    <a:cubicBezTo>
                      <a:pt x="60" y="87"/>
                      <a:pt x="53" y="90"/>
                      <a:pt x="45" y="90"/>
                    </a:cubicBezTo>
                    <a:cubicBezTo>
                      <a:pt x="37" y="90"/>
                      <a:pt x="31" y="87"/>
                      <a:pt x="25" y="81"/>
                    </a:cubicBezTo>
                    <a:cubicBezTo>
                      <a:pt x="20" y="74"/>
                      <a:pt x="18" y="65"/>
                      <a:pt x="18" y="51"/>
                    </a:cubicBezTo>
                    <a:cubicBezTo>
                      <a:pt x="18" y="39"/>
                      <a:pt x="20" y="30"/>
                      <a:pt x="26" y="24"/>
                    </a:cubicBezTo>
                    <a:cubicBezTo>
                      <a:pt x="31" y="18"/>
                      <a:pt x="37" y="15"/>
                      <a:pt x="45" y="15"/>
                    </a:cubicBezTo>
                    <a:cubicBezTo>
                      <a:pt x="53" y="15"/>
                      <a:pt x="59" y="18"/>
                      <a:pt x="65" y="24"/>
                    </a:cubicBezTo>
                    <a:cubicBezTo>
                      <a:pt x="70" y="30"/>
                      <a:pt x="73" y="40"/>
                      <a:pt x="73" y="52"/>
                    </a:cubicBezTo>
                    <a:cubicBezTo>
                      <a:pt x="73" y="65"/>
                      <a:pt x="70" y="74"/>
                      <a:pt x="65" y="8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7" name="ïšḷíḓê"/>
              <p:cNvSpPr/>
              <p:nvPr/>
            </p:nvSpPr>
            <p:spPr bwMode="auto">
              <a:xfrm>
                <a:off x="6905625" y="4257675"/>
                <a:ext cx="269875" cy="461963"/>
              </a:xfrm>
              <a:custGeom>
                <a:avLst/>
                <a:gdLst>
                  <a:gd name="T0" fmla="*/ 67 w 82"/>
                  <a:gd name="T1" fmla="*/ 41 h 140"/>
                  <a:gd name="T2" fmla="*/ 47 w 82"/>
                  <a:gd name="T3" fmla="*/ 36 h 140"/>
                  <a:gd name="T4" fmla="*/ 17 w 82"/>
                  <a:gd name="T5" fmla="*/ 50 h 140"/>
                  <a:gd name="T6" fmla="*/ 17 w 82"/>
                  <a:gd name="T7" fmla="*/ 0 h 140"/>
                  <a:gd name="T8" fmla="*/ 0 w 82"/>
                  <a:gd name="T9" fmla="*/ 0 h 140"/>
                  <a:gd name="T10" fmla="*/ 0 w 82"/>
                  <a:gd name="T11" fmla="*/ 140 h 140"/>
                  <a:gd name="T12" fmla="*/ 17 w 82"/>
                  <a:gd name="T13" fmla="*/ 140 h 140"/>
                  <a:gd name="T14" fmla="*/ 17 w 82"/>
                  <a:gd name="T15" fmla="*/ 84 h 140"/>
                  <a:gd name="T16" fmla="*/ 20 w 82"/>
                  <a:gd name="T17" fmla="*/ 66 h 140"/>
                  <a:gd name="T18" fmla="*/ 30 w 82"/>
                  <a:gd name="T19" fmla="*/ 55 h 140"/>
                  <a:gd name="T20" fmla="*/ 44 w 82"/>
                  <a:gd name="T21" fmla="*/ 51 h 140"/>
                  <a:gd name="T22" fmla="*/ 60 w 82"/>
                  <a:gd name="T23" fmla="*/ 57 h 140"/>
                  <a:gd name="T24" fmla="*/ 65 w 82"/>
                  <a:gd name="T25" fmla="*/ 76 h 140"/>
                  <a:gd name="T26" fmla="*/ 65 w 82"/>
                  <a:gd name="T27" fmla="*/ 140 h 140"/>
                  <a:gd name="T28" fmla="*/ 82 w 82"/>
                  <a:gd name="T29" fmla="*/ 140 h 140"/>
                  <a:gd name="T30" fmla="*/ 82 w 82"/>
                  <a:gd name="T31" fmla="*/ 76 h 140"/>
                  <a:gd name="T32" fmla="*/ 79 w 82"/>
                  <a:gd name="T33" fmla="*/ 53 h 140"/>
                  <a:gd name="T34" fmla="*/ 67 w 82"/>
                  <a:gd name="T35" fmla="*/ 41 h 1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82" h="140">
                    <a:moveTo>
                      <a:pt x="67" y="41"/>
                    </a:moveTo>
                    <a:cubicBezTo>
                      <a:pt x="61" y="38"/>
                      <a:pt x="55" y="36"/>
                      <a:pt x="47" y="36"/>
                    </a:cubicBezTo>
                    <a:cubicBezTo>
                      <a:pt x="35" y="36"/>
                      <a:pt x="25" y="41"/>
                      <a:pt x="17" y="50"/>
                    </a:cubicBezTo>
                    <a:cubicBezTo>
                      <a:pt x="17" y="0"/>
                      <a:pt x="17" y="0"/>
                      <a:pt x="1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40"/>
                      <a:pt x="0" y="140"/>
                      <a:pt x="0" y="140"/>
                    </a:cubicBezTo>
                    <a:cubicBezTo>
                      <a:pt x="17" y="140"/>
                      <a:pt x="17" y="140"/>
                      <a:pt x="17" y="140"/>
                    </a:cubicBezTo>
                    <a:cubicBezTo>
                      <a:pt x="17" y="84"/>
                      <a:pt x="17" y="84"/>
                      <a:pt x="17" y="84"/>
                    </a:cubicBezTo>
                    <a:cubicBezTo>
                      <a:pt x="17" y="77"/>
                      <a:pt x="18" y="70"/>
                      <a:pt x="20" y="66"/>
                    </a:cubicBezTo>
                    <a:cubicBezTo>
                      <a:pt x="22" y="61"/>
                      <a:pt x="25" y="58"/>
                      <a:pt x="30" y="55"/>
                    </a:cubicBezTo>
                    <a:cubicBezTo>
                      <a:pt x="34" y="52"/>
                      <a:pt x="39" y="51"/>
                      <a:pt x="44" y="51"/>
                    </a:cubicBezTo>
                    <a:cubicBezTo>
                      <a:pt x="51" y="51"/>
                      <a:pt x="56" y="53"/>
                      <a:pt x="60" y="57"/>
                    </a:cubicBezTo>
                    <a:cubicBezTo>
                      <a:pt x="63" y="61"/>
                      <a:pt x="65" y="67"/>
                      <a:pt x="65" y="76"/>
                    </a:cubicBezTo>
                    <a:cubicBezTo>
                      <a:pt x="65" y="140"/>
                      <a:pt x="65" y="140"/>
                      <a:pt x="65" y="140"/>
                    </a:cubicBezTo>
                    <a:cubicBezTo>
                      <a:pt x="82" y="140"/>
                      <a:pt x="82" y="140"/>
                      <a:pt x="82" y="140"/>
                    </a:cubicBezTo>
                    <a:cubicBezTo>
                      <a:pt x="82" y="76"/>
                      <a:pt x="82" y="76"/>
                      <a:pt x="82" y="76"/>
                    </a:cubicBezTo>
                    <a:cubicBezTo>
                      <a:pt x="82" y="66"/>
                      <a:pt x="81" y="58"/>
                      <a:pt x="79" y="53"/>
                    </a:cubicBezTo>
                    <a:cubicBezTo>
                      <a:pt x="76" y="48"/>
                      <a:pt x="73" y="44"/>
                      <a:pt x="67" y="41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8" name="isļîḓè"/>
              <p:cNvSpPr/>
              <p:nvPr/>
            </p:nvSpPr>
            <p:spPr bwMode="auto">
              <a:xfrm>
                <a:off x="7281863" y="4376738"/>
                <a:ext cx="306388" cy="349250"/>
              </a:xfrm>
              <a:custGeom>
                <a:avLst/>
                <a:gdLst>
                  <a:gd name="T0" fmla="*/ 87 w 93"/>
                  <a:gd name="T1" fmla="*/ 61 h 106"/>
                  <a:gd name="T2" fmla="*/ 87 w 93"/>
                  <a:gd name="T3" fmla="*/ 39 h 106"/>
                  <a:gd name="T4" fmla="*/ 87 w 93"/>
                  <a:gd name="T5" fmla="*/ 23 h 106"/>
                  <a:gd name="T6" fmla="*/ 81 w 93"/>
                  <a:gd name="T7" fmla="*/ 11 h 106"/>
                  <a:gd name="T8" fmla="*/ 69 w 93"/>
                  <a:gd name="T9" fmla="*/ 3 h 106"/>
                  <a:gd name="T10" fmla="*/ 48 w 93"/>
                  <a:gd name="T11" fmla="*/ 0 h 106"/>
                  <a:gd name="T12" fmla="*/ 25 w 93"/>
                  <a:gd name="T13" fmla="*/ 4 h 106"/>
                  <a:gd name="T14" fmla="*/ 10 w 93"/>
                  <a:gd name="T15" fmla="*/ 14 h 106"/>
                  <a:gd name="T16" fmla="*/ 3 w 93"/>
                  <a:gd name="T17" fmla="*/ 31 h 106"/>
                  <a:gd name="T18" fmla="*/ 19 w 93"/>
                  <a:gd name="T19" fmla="*/ 34 h 106"/>
                  <a:gd name="T20" fmla="*/ 28 w 93"/>
                  <a:gd name="T21" fmla="*/ 19 h 106"/>
                  <a:gd name="T22" fmla="*/ 46 w 93"/>
                  <a:gd name="T23" fmla="*/ 15 h 106"/>
                  <a:gd name="T24" fmla="*/ 65 w 93"/>
                  <a:gd name="T25" fmla="*/ 20 h 106"/>
                  <a:gd name="T26" fmla="*/ 70 w 93"/>
                  <a:gd name="T27" fmla="*/ 35 h 106"/>
                  <a:gd name="T28" fmla="*/ 70 w 93"/>
                  <a:gd name="T29" fmla="*/ 40 h 106"/>
                  <a:gd name="T30" fmla="*/ 39 w 93"/>
                  <a:gd name="T31" fmla="*/ 46 h 106"/>
                  <a:gd name="T32" fmla="*/ 24 w 93"/>
                  <a:gd name="T33" fmla="*/ 48 h 106"/>
                  <a:gd name="T34" fmla="*/ 12 w 93"/>
                  <a:gd name="T35" fmla="*/ 54 h 106"/>
                  <a:gd name="T36" fmla="*/ 3 w 93"/>
                  <a:gd name="T37" fmla="*/ 64 h 106"/>
                  <a:gd name="T38" fmla="*/ 0 w 93"/>
                  <a:gd name="T39" fmla="*/ 77 h 106"/>
                  <a:gd name="T40" fmla="*/ 9 w 93"/>
                  <a:gd name="T41" fmla="*/ 98 h 106"/>
                  <a:gd name="T42" fmla="*/ 34 w 93"/>
                  <a:gd name="T43" fmla="*/ 106 h 106"/>
                  <a:gd name="T44" fmla="*/ 53 w 93"/>
                  <a:gd name="T45" fmla="*/ 103 h 106"/>
                  <a:gd name="T46" fmla="*/ 72 w 93"/>
                  <a:gd name="T47" fmla="*/ 91 h 106"/>
                  <a:gd name="T48" fmla="*/ 75 w 93"/>
                  <a:gd name="T49" fmla="*/ 104 h 106"/>
                  <a:gd name="T50" fmla="*/ 93 w 93"/>
                  <a:gd name="T51" fmla="*/ 104 h 106"/>
                  <a:gd name="T52" fmla="*/ 89 w 93"/>
                  <a:gd name="T53" fmla="*/ 92 h 106"/>
                  <a:gd name="T54" fmla="*/ 87 w 93"/>
                  <a:gd name="T55" fmla="*/ 61 h 106"/>
                  <a:gd name="T56" fmla="*/ 70 w 93"/>
                  <a:gd name="T57" fmla="*/ 59 h 106"/>
                  <a:gd name="T58" fmla="*/ 67 w 93"/>
                  <a:gd name="T59" fmla="*/ 77 h 106"/>
                  <a:gd name="T60" fmla="*/ 56 w 93"/>
                  <a:gd name="T61" fmla="*/ 88 h 106"/>
                  <a:gd name="T62" fmla="*/ 38 w 93"/>
                  <a:gd name="T63" fmla="*/ 93 h 106"/>
                  <a:gd name="T64" fmla="*/ 23 w 93"/>
                  <a:gd name="T65" fmla="*/ 88 h 106"/>
                  <a:gd name="T66" fmla="*/ 18 w 93"/>
                  <a:gd name="T67" fmla="*/ 77 h 106"/>
                  <a:gd name="T68" fmla="*/ 20 w 93"/>
                  <a:gd name="T69" fmla="*/ 69 h 106"/>
                  <a:gd name="T70" fmla="*/ 27 w 93"/>
                  <a:gd name="T71" fmla="*/ 63 h 106"/>
                  <a:gd name="T72" fmla="*/ 42 w 93"/>
                  <a:gd name="T73" fmla="*/ 60 h 106"/>
                  <a:gd name="T74" fmla="*/ 70 w 93"/>
                  <a:gd name="T75" fmla="*/ 53 h 106"/>
                  <a:gd name="T76" fmla="*/ 70 w 93"/>
                  <a:gd name="T77" fmla="*/ 59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93" h="106">
                    <a:moveTo>
                      <a:pt x="87" y="61"/>
                    </a:moveTo>
                    <a:cubicBezTo>
                      <a:pt x="87" y="39"/>
                      <a:pt x="87" y="39"/>
                      <a:pt x="87" y="39"/>
                    </a:cubicBezTo>
                    <a:cubicBezTo>
                      <a:pt x="87" y="31"/>
                      <a:pt x="87" y="26"/>
                      <a:pt x="87" y="23"/>
                    </a:cubicBezTo>
                    <a:cubicBezTo>
                      <a:pt x="86" y="18"/>
                      <a:pt x="84" y="14"/>
                      <a:pt x="81" y="11"/>
                    </a:cubicBezTo>
                    <a:cubicBezTo>
                      <a:pt x="79" y="8"/>
                      <a:pt x="75" y="5"/>
                      <a:pt x="69" y="3"/>
                    </a:cubicBezTo>
                    <a:cubicBezTo>
                      <a:pt x="64" y="1"/>
                      <a:pt x="57" y="0"/>
                      <a:pt x="48" y="0"/>
                    </a:cubicBezTo>
                    <a:cubicBezTo>
                      <a:pt x="40" y="0"/>
                      <a:pt x="32" y="2"/>
                      <a:pt x="25" y="4"/>
                    </a:cubicBezTo>
                    <a:cubicBezTo>
                      <a:pt x="19" y="6"/>
                      <a:pt x="14" y="10"/>
                      <a:pt x="10" y="14"/>
                    </a:cubicBezTo>
                    <a:cubicBezTo>
                      <a:pt x="7" y="19"/>
                      <a:pt x="4" y="24"/>
                      <a:pt x="3" y="31"/>
                    </a:cubicBezTo>
                    <a:cubicBezTo>
                      <a:pt x="19" y="34"/>
                      <a:pt x="19" y="34"/>
                      <a:pt x="19" y="34"/>
                    </a:cubicBezTo>
                    <a:cubicBezTo>
                      <a:pt x="21" y="27"/>
                      <a:pt x="24" y="22"/>
                      <a:pt x="28" y="19"/>
                    </a:cubicBezTo>
                    <a:cubicBezTo>
                      <a:pt x="32" y="16"/>
                      <a:pt x="38" y="15"/>
                      <a:pt x="46" y="15"/>
                    </a:cubicBezTo>
                    <a:cubicBezTo>
                      <a:pt x="54" y="15"/>
                      <a:pt x="61" y="16"/>
                      <a:pt x="65" y="20"/>
                    </a:cubicBezTo>
                    <a:cubicBezTo>
                      <a:pt x="69" y="23"/>
                      <a:pt x="70" y="28"/>
                      <a:pt x="70" y="35"/>
                    </a:cubicBezTo>
                    <a:cubicBezTo>
                      <a:pt x="70" y="36"/>
                      <a:pt x="70" y="37"/>
                      <a:pt x="70" y="40"/>
                    </a:cubicBezTo>
                    <a:cubicBezTo>
                      <a:pt x="64" y="42"/>
                      <a:pt x="53" y="44"/>
                      <a:pt x="39" y="46"/>
                    </a:cubicBezTo>
                    <a:cubicBezTo>
                      <a:pt x="33" y="46"/>
                      <a:pt x="28" y="47"/>
                      <a:pt x="24" y="48"/>
                    </a:cubicBezTo>
                    <a:cubicBezTo>
                      <a:pt x="20" y="49"/>
                      <a:pt x="16" y="51"/>
                      <a:pt x="12" y="54"/>
                    </a:cubicBezTo>
                    <a:cubicBezTo>
                      <a:pt x="8" y="56"/>
                      <a:pt x="5" y="59"/>
                      <a:pt x="3" y="64"/>
                    </a:cubicBezTo>
                    <a:cubicBezTo>
                      <a:pt x="1" y="68"/>
                      <a:pt x="0" y="72"/>
                      <a:pt x="0" y="77"/>
                    </a:cubicBezTo>
                    <a:cubicBezTo>
                      <a:pt x="0" y="86"/>
                      <a:pt x="3" y="93"/>
                      <a:pt x="9" y="98"/>
                    </a:cubicBezTo>
                    <a:cubicBezTo>
                      <a:pt x="15" y="103"/>
                      <a:pt x="23" y="106"/>
                      <a:pt x="34" y="106"/>
                    </a:cubicBezTo>
                    <a:cubicBezTo>
                      <a:pt x="41" y="106"/>
                      <a:pt x="47" y="105"/>
                      <a:pt x="53" y="103"/>
                    </a:cubicBezTo>
                    <a:cubicBezTo>
                      <a:pt x="59" y="101"/>
                      <a:pt x="65" y="97"/>
                      <a:pt x="72" y="91"/>
                    </a:cubicBezTo>
                    <a:cubicBezTo>
                      <a:pt x="72" y="96"/>
                      <a:pt x="73" y="100"/>
                      <a:pt x="75" y="104"/>
                    </a:cubicBezTo>
                    <a:cubicBezTo>
                      <a:pt x="93" y="104"/>
                      <a:pt x="93" y="104"/>
                      <a:pt x="93" y="104"/>
                    </a:cubicBezTo>
                    <a:cubicBezTo>
                      <a:pt x="91" y="100"/>
                      <a:pt x="89" y="96"/>
                      <a:pt x="89" y="92"/>
                    </a:cubicBezTo>
                    <a:cubicBezTo>
                      <a:pt x="88" y="88"/>
                      <a:pt x="87" y="77"/>
                      <a:pt x="87" y="61"/>
                    </a:cubicBezTo>
                    <a:close/>
                    <a:moveTo>
                      <a:pt x="70" y="59"/>
                    </a:moveTo>
                    <a:cubicBezTo>
                      <a:pt x="70" y="67"/>
                      <a:pt x="69" y="73"/>
                      <a:pt x="67" y="77"/>
                    </a:cubicBezTo>
                    <a:cubicBezTo>
                      <a:pt x="65" y="82"/>
                      <a:pt x="61" y="85"/>
                      <a:pt x="56" y="88"/>
                    </a:cubicBezTo>
                    <a:cubicBezTo>
                      <a:pt x="51" y="91"/>
                      <a:pt x="45" y="93"/>
                      <a:pt x="38" y="93"/>
                    </a:cubicBezTo>
                    <a:cubicBezTo>
                      <a:pt x="32" y="93"/>
                      <a:pt x="27" y="91"/>
                      <a:pt x="23" y="88"/>
                    </a:cubicBezTo>
                    <a:cubicBezTo>
                      <a:pt x="20" y="85"/>
                      <a:pt x="18" y="81"/>
                      <a:pt x="18" y="77"/>
                    </a:cubicBezTo>
                    <a:cubicBezTo>
                      <a:pt x="18" y="74"/>
                      <a:pt x="19" y="71"/>
                      <a:pt x="20" y="69"/>
                    </a:cubicBezTo>
                    <a:cubicBezTo>
                      <a:pt x="22" y="66"/>
                      <a:pt x="24" y="64"/>
                      <a:pt x="27" y="63"/>
                    </a:cubicBezTo>
                    <a:cubicBezTo>
                      <a:pt x="30" y="62"/>
                      <a:pt x="35" y="61"/>
                      <a:pt x="42" y="60"/>
                    </a:cubicBezTo>
                    <a:cubicBezTo>
                      <a:pt x="54" y="58"/>
                      <a:pt x="64" y="56"/>
                      <a:pt x="70" y="53"/>
                    </a:cubicBezTo>
                    <a:lnTo>
                      <a:pt x="70" y="5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9" name="íślîḍe"/>
              <p:cNvSpPr/>
              <p:nvPr/>
            </p:nvSpPr>
            <p:spPr bwMode="auto">
              <a:xfrm>
                <a:off x="7693025" y="4257675"/>
                <a:ext cx="57150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0" name="ïśļídê"/>
              <p:cNvSpPr/>
              <p:nvPr/>
            </p:nvSpPr>
            <p:spPr bwMode="auto">
              <a:xfrm>
                <a:off x="7693025" y="4386263"/>
                <a:ext cx="57150" cy="3333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1" name="iṡļíḍe"/>
              <p:cNvSpPr/>
              <p:nvPr/>
            </p:nvSpPr>
            <p:spPr bwMode="auto">
              <a:xfrm>
                <a:off x="8023225" y="4257675"/>
                <a:ext cx="361950" cy="468313"/>
              </a:xfrm>
              <a:custGeom>
                <a:avLst/>
                <a:gdLst>
                  <a:gd name="T0" fmla="*/ 91 w 110"/>
                  <a:gd name="T1" fmla="*/ 81 h 142"/>
                  <a:gd name="T2" fmla="*/ 83 w 110"/>
                  <a:gd name="T3" fmla="*/ 116 h 142"/>
                  <a:gd name="T4" fmla="*/ 54 w 110"/>
                  <a:gd name="T5" fmla="*/ 126 h 142"/>
                  <a:gd name="T6" fmla="*/ 34 w 110"/>
                  <a:gd name="T7" fmla="*/ 121 h 142"/>
                  <a:gd name="T8" fmla="*/ 22 w 110"/>
                  <a:gd name="T9" fmla="*/ 108 h 142"/>
                  <a:gd name="T10" fmla="*/ 19 w 110"/>
                  <a:gd name="T11" fmla="*/ 81 h 142"/>
                  <a:gd name="T12" fmla="*/ 19 w 110"/>
                  <a:gd name="T13" fmla="*/ 0 h 142"/>
                  <a:gd name="T14" fmla="*/ 0 w 110"/>
                  <a:gd name="T15" fmla="*/ 0 h 142"/>
                  <a:gd name="T16" fmla="*/ 0 w 110"/>
                  <a:gd name="T17" fmla="*/ 81 h 142"/>
                  <a:gd name="T18" fmla="*/ 5 w 110"/>
                  <a:gd name="T19" fmla="*/ 116 h 142"/>
                  <a:gd name="T20" fmla="*/ 23 w 110"/>
                  <a:gd name="T21" fmla="*/ 135 h 142"/>
                  <a:gd name="T22" fmla="*/ 55 w 110"/>
                  <a:gd name="T23" fmla="*/ 142 h 142"/>
                  <a:gd name="T24" fmla="*/ 88 w 110"/>
                  <a:gd name="T25" fmla="*/ 134 h 142"/>
                  <a:gd name="T26" fmla="*/ 105 w 110"/>
                  <a:gd name="T27" fmla="*/ 114 h 142"/>
                  <a:gd name="T28" fmla="*/ 110 w 110"/>
                  <a:gd name="T29" fmla="*/ 81 h 142"/>
                  <a:gd name="T30" fmla="*/ 110 w 110"/>
                  <a:gd name="T31" fmla="*/ 0 h 142"/>
                  <a:gd name="T32" fmla="*/ 91 w 110"/>
                  <a:gd name="T33" fmla="*/ 0 h 142"/>
                  <a:gd name="T34" fmla="*/ 91 w 110"/>
                  <a:gd name="T35" fmla="*/ 81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10" h="142">
                    <a:moveTo>
                      <a:pt x="91" y="81"/>
                    </a:moveTo>
                    <a:cubicBezTo>
                      <a:pt x="91" y="98"/>
                      <a:pt x="89" y="110"/>
                      <a:pt x="83" y="116"/>
                    </a:cubicBezTo>
                    <a:cubicBezTo>
                      <a:pt x="77" y="123"/>
                      <a:pt x="67" y="126"/>
                      <a:pt x="54" y="126"/>
                    </a:cubicBezTo>
                    <a:cubicBezTo>
                      <a:pt x="46" y="126"/>
                      <a:pt x="39" y="124"/>
                      <a:pt x="34" y="121"/>
                    </a:cubicBezTo>
                    <a:cubicBezTo>
                      <a:pt x="28" y="118"/>
                      <a:pt x="24" y="113"/>
                      <a:pt x="22" y="108"/>
                    </a:cubicBezTo>
                    <a:cubicBezTo>
                      <a:pt x="20" y="102"/>
                      <a:pt x="19" y="93"/>
                      <a:pt x="19" y="81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81"/>
                      <a:pt x="0" y="81"/>
                      <a:pt x="0" y="81"/>
                    </a:cubicBezTo>
                    <a:cubicBezTo>
                      <a:pt x="0" y="96"/>
                      <a:pt x="2" y="107"/>
                      <a:pt x="5" y="116"/>
                    </a:cubicBezTo>
                    <a:cubicBezTo>
                      <a:pt x="9" y="124"/>
                      <a:pt x="15" y="131"/>
                      <a:pt x="23" y="135"/>
                    </a:cubicBezTo>
                    <a:cubicBezTo>
                      <a:pt x="32" y="140"/>
                      <a:pt x="42" y="142"/>
                      <a:pt x="55" y="142"/>
                    </a:cubicBezTo>
                    <a:cubicBezTo>
                      <a:pt x="69" y="142"/>
                      <a:pt x="80" y="140"/>
                      <a:pt x="88" y="134"/>
                    </a:cubicBezTo>
                    <a:cubicBezTo>
                      <a:pt x="96" y="129"/>
                      <a:pt x="102" y="123"/>
                      <a:pt x="105" y="114"/>
                    </a:cubicBezTo>
                    <a:cubicBezTo>
                      <a:pt x="108" y="106"/>
                      <a:pt x="110" y="95"/>
                      <a:pt x="110" y="81"/>
                    </a:cubicBezTo>
                    <a:cubicBezTo>
                      <a:pt x="110" y="0"/>
                      <a:pt x="110" y="0"/>
                      <a:pt x="110" y="0"/>
                    </a:cubicBezTo>
                    <a:cubicBezTo>
                      <a:pt x="91" y="0"/>
                      <a:pt x="91" y="0"/>
                      <a:pt x="91" y="0"/>
                    </a:cubicBezTo>
                    <a:lnTo>
                      <a:pt x="91" y="8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2" name="ïsliďê"/>
              <p:cNvSpPr/>
              <p:nvPr/>
            </p:nvSpPr>
            <p:spPr bwMode="auto">
              <a:xfrm>
                <a:off x="8513763" y="4376738"/>
                <a:ext cx="274638" cy="342900"/>
              </a:xfrm>
              <a:custGeom>
                <a:avLst/>
                <a:gdLst>
                  <a:gd name="T0" fmla="*/ 76 w 83"/>
                  <a:gd name="T1" fmla="*/ 12 h 104"/>
                  <a:gd name="T2" fmla="*/ 65 w 83"/>
                  <a:gd name="T3" fmla="*/ 4 h 104"/>
                  <a:gd name="T4" fmla="*/ 48 w 83"/>
                  <a:gd name="T5" fmla="*/ 0 h 104"/>
                  <a:gd name="T6" fmla="*/ 16 w 83"/>
                  <a:gd name="T7" fmla="*/ 17 h 104"/>
                  <a:gd name="T8" fmla="*/ 16 w 83"/>
                  <a:gd name="T9" fmla="*/ 3 h 104"/>
                  <a:gd name="T10" fmla="*/ 0 w 83"/>
                  <a:gd name="T11" fmla="*/ 3 h 104"/>
                  <a:gd name="T12" fmla="*/ 0 w 83"/>
                  <a:gd name="T13" fmla="*/ 104 h 104"/>
                  <a:gd name="T14" fmla="*/ 18 w 83"/>
                  <a:gd name="T15" fmla="*/ 104 h 104"/>
                  <a:gd name="T16" fmla="*/ 18 w 83"/>
                  <a:gd name="T17" fmla="*/ 49 h 104"/>
                  <a:gd name="T18" fmla="*/ 26 w 83"/>
                  <a:gd name="T19" fmla="*/ 22 h 104"/>
                  <a:gd name="T20" fmla="*/ 44 w 83"/>
                  <a:gd name="T21" fmla="*/ 15 h 104"/>
                  <a:gd name="T22" fmla="*/ 56 w 83"/>
                  <a:gd name="T23" fmla="*/ 18 h 104"/>
                  <a:gd name="T24" fmla="*/ 64 w 83"/>
                  <a:gd name="T25" fmla="*/ 27 h 104"/>
                  <a:gd name="T26" fmla="*/ 66 w 83"/>
                  <a:gd name="T27" fmla="*/ 42 h 104"/>
                  <a:gd name="T28" fmla="*/ 66 w 83"/>
                  <a:gd name="T29" fmla="*/ 104 h 104"/>
                  <a:gd name="T30" fmla="*/ 83 w 83"/>
                  <a:gd name="T31" fmla="*/ 104 h 104"/>
                  <a:gd name="T32" fmla="*/ 83 w 83"/>
                  <a:gd name="T33" fmla="*/ 42 h 104"/>
                  <a:gd name="T34" fmla="*/ 82 w 83"/>
                  <a:gd name="T35" fmla="*/ 25 h 104"/>
                  <a:gd name="T36" fmla="*/ 76 w 83"/>
                  <a:gd name="T37" fmla="*/ 12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3" h="104">
                    <a:moveTo>
                      <a:pt x="76" y="12"/>
                    </a:moveTo>
                    <a:cubicBezTo>
                      <a:pt x="74" y="9"/>
                      <a:pt x="70" y="6"/>
                      <a:pt x="65" y="4"/>
                    </a:cubicBezTo>
                    <a:cubicBezTo>
                      <a:pt x="60" y="1"/>
                      <a:pt x="54" y="0"/>
                      <a:pt x="48" y="0"/>
                    </a:cubicBezTo>
                    <a:cubicBezTo>
                      <a:pt x="34" y="0"/>
                      <a:pt x="23" y="6"/>
                      <a:pt x="16" y="17"/>
                    </a:cubicBezTo>
                    <a:cubicBezTo>
                      <a:pt x="16" y="3"/>
                      <a:pt x="16" y="3"/>
                      <a:pt x="16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8" y="104"/>
                      <a:pt x="18" y="104"/>
                      <a:pt x="18" y="104"/>
                    </a:cubicBezTo>
                    <a:cubicBezTo>
                      <a:pt x="18" y="49"/>
                      <a:pt x="18" y="49"/>
                      <a:pt x="18" y="49"/>
                    </a:cubicBezTo>
                    <a:cubicBezTo>
                      <a:pt x="18" y="36"/>
                      <a:pt x="20" y="27"/>
                      <a:pt x="26" y="22"/>
                    </a:cubicBezTo>
                    <a:cubicBezTo>
                      <a:pt x="31" y="18"/>
                      <a:pt x="37" y="15"/>
                      <a:pt x="44" y="15"/>
                    </a:cubicBezTo>
                    <a:cubicBezTo>
                      <a:pt x="49" y="15"/>
                      <a:pt x="53" y="16"/>
                      <a:pt x="56" y="18"/>
                    </a:cubicBezTo>
                    <a:cubicBezTo>
                      <a:pt x="60" y="20"/>
                      <a:pt x="62" y="23"/>
                      <a:pt x="64" y="27"/>
                    </a:cubicBezTo>
                    <a:cubicBezTo>
                      <a:pt x="65" y="30"/>
                      <a:pt x="66" y="35"/>
                      <a:pt x="66" y="42"/>
                    </a:cubicBezTo>
                    <a:cubicBezTo>
                      <a:pt x="66" y="104"/>
                      <a:pt x="66" y="104"/>
                      <a:pt x="66" y="104"/>
                    </a:cubicBezTo>
                    <a:cubicBezTo>
                      <a:pt x="83" y="104"/>
                      <a:pt x="83" y="104"/>
                      <a:pt x="83" y="104"/>
                    </a:cubicBezTo>
                    <a:cubicBezTo>
                      <a:pt x="83" y="42"/>
                      <a:pt x="83" y="42"/>
                      <a:pt x="83" y="42"/>
                    </a:cubicBezTo>
                    <a:cubicBezTo>
                      <a:pt x="83" y="34"/>
                      <a:pt x="82" y="28"/>
                      <a:pt x="82" y="25"/>
                    </a:cubicBezTo>
                    <a:cubicBezTo>
                      <a:pt x="81" y="20"/>
                      <a:pt x="79" y="16"/>
                      <a:pt x="76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3" name="íṩ1íḑe"/>
              <p:cNvSpPr/>
              <p:nvPr/>
            </p:nvSpPr>
            <p:spPr bwMode="auto">
              <a:xfrm>
                <a:off x="8910638" y="4257675"/>
                <a:ext cx="55563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4" name="iṩļïḋe"/>
              <p:cNvSpPr/>
              <p:nvPr/>
            </p:nvSpPr>
            <p:spPr bwMode="auto">
              <a:xfrm>
                <a:off x="8910638" y="4386263"/>
                <a:ext cx="55563" cy="3333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5" name="îš1iďé"/>
              <p:cNvSpPr/>
              <p:nvPr/>
            </p:nvSpPr>
            <p:spPr bwMode="auto">
              <a:xfrm>
                <a:off x="9055100" y="4386263"/>
                <a:ext cx="306388" cy="333375"/>
              </a:xfrm>
              <a:custGeom>
                <a:avLst/>
                <a:gdLst>
                  <a:gd name="T0" fmla="*/ 52 w 93"/>
                  <a:gd name="T1" fmla="*/ 61 h 101"/>
                  <a:gd name="T2" fmla="*/ 46 w 93"/>
                  <a:gd name="T3" fmla="*/ 81 h 101"/>
                  <a:gd name="T4" fmla="*/ 40 w 93"/>
                  <a:gd name="T5" fmla="*/ 60 h 101"/>
                  <a:gd name="T6" fmla="*/ 18 w 93"/>
                  <a:gd name="T7" fmla="*/ 0 h 101"/>
                  <a:gd name="T8" fmla="*/ 0 w 93"/>
                  <a:gd name="T9" fmla="*/ 0 h 101"/>
                  <a:gd name="T10" fmla="*/ 38 w 93"/>
                  <a:gd name="T11" fmla="*/ 101 h 101"/>
                  <a:gd name="T12" fmla="*/ 54 w 93"/>
                  <a:gd name="T13" fmla="*/ 101 h 101"/>
                  <a:gd name="T14" fmla="*/ 93 w 93"/>
                  <a:gd name="T15" fmla="*/ 0 h 101"/>
                  <a:gd name="T16" fmla="*/ 75 w 93"/>
                  <a:gd name="T17" fmla="*/ 0 h 101"/>
                  <a:gd name="T18" fmla="*/ 52 w 93"/>
                  <a:gd name="T19" fmla="*/ 61 h 1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93" h="101">
                    <a:moveTo>
                      <a:pt x="52" y="61"/>
                    </a:moveTo>
                    <a:cubicBezTo>
                      <a:pt x="50" y="69"/>
                      <a:pt x="48" y="75"/>
                      <a:pt x="46" y="81"/>
                    </a:cubicBezTo>
                    <a:cubicBezTo>
                      <a:pt x="44" y="74"/>
                      <a:pt x="42" y="67"/>
                      <a:pt x="40" y="6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8" y="101"/>
                      <a:pt x="38" y="101"/>
                      <a:pt x="38" y="101"/>
                    </a:cubicBezTo>
                    <a:cubicBezTo>
                      <a:pt x="54" y="101"/>
                      <a:pt x="54" y="101"/>
                      <a:pt x="54" y="101"/>
                    </a:cubicBezTo>
                    <a:cubicBezTo>
                      <a:pt x="93" y="0"/>
                      <a:pt x="93" y="0"/>
                      <a:pt x="93" y="0"/>
                    </a:cubicBezTo>
                    <a:cubicBezTo>
                      <a:pt x="75" y="0"/>
                      <a:pt x="75" y="0"/>
                      <a:pt x="75" y="0"/>
                    </a:cubicBezTo>
                    <a:lnTo>
                      <a:pt x="52" y="6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6" name="iṩḷïdè"/>
              <p:cNvSpPr/>
              <p:nvPr/>
            </p:nvSpPr>
            <p:spPr bwMode="auto">
              <a:xfrm>
                <a:off x="9428163" y="4376738"/>
                <a:ext cx="306388" cy="349250"/>
              </a:xfrm>
              <a:custGeom>
                <a:avLst/>
                <a:gdLst>
                  <a:gd name="T0" fmla="*/ 47 w 93"/>
                  <a:gd name="T1" fmla="*/ 0 h 106"/>
                  <a:gd name="T2" fmla="*/ 13 w 93"/>
                  <a:gd name="T3" fmla="*/ 14 h 106"/>
                  <a:gd name="T4" fmla="*/ 0 w 93"/>
                  <a:gd name="T5" fmla="*/ 54 h 106"/>
                  <a:gd name="T6" fmla="*/ 13 w 93"/>
                  <a:gd name="T7" fmla="*/ 92 h 106"/>
                  <a:gd name="T8" fmla="*/ 48 w 93"/>
                  <a:gd name="T9" fmla="*/ 106 h 106"/>
                  <a:gd name="T10" fmla="*/ 77 w 93"/>
                  <a:gd name="T11" fmla="*/ 98 h 106"/>
                  <a:gd name="T12" fmla="*/ 93 w 93"/>
                  <a:gd name="T13" fmla="*/ 73 h 106"/>
                  <a:gd name="T14" fmla="*/ 75 w 93"/>
                  <a:gd name="T15" fmla="*/ 71 h 106"/>
                  <a:gd name="T16" fmla="*/ 64 w 93"/>
                  <a:gd name="T17" fmla="*/ 87 h 106"/>
                  <a:gd name="T18" fmla="*/ 48 w 93"/>
                  <a:gd name="T19" fmla="*/ 92 h 106"/>
                  <a:gd name="T20" fmla="*/ 27 w 93"/>
                  <a:gd name="T21" fmla="*/ 83 h 106"/>
                  <a:gd name="T22" fmla="*/ 18 w 93"/>
                  <a:gd name="T23" fmla="*/ 58 h 106"/>
                  <a:gd name="T24" fmla="*/ 93 w 93"/>
                  <a:gd name="T25" fmla="*/ 58 h 106"/>
                  <a:gd name="T26" fmla="*/ 93 w 93"/>
                  <a:gd name="T27" fmla="*/ 53 h 106"/>
                  <a:gd name="T28" fmla="*/ 80 w 93"/>
                  <a:gd name="T29" fmla="*/ 14 h 106"/>
                  <a:gd name="T30" fmla="*/ 47 w 93"/>
                  <a:gd name="T31" fmla="*/ 0 h 106"/>
                  <a:gd name="T32" fmla="*/ 19 w 93"/>
                  <a:gd name="T33" fmla="*/ 43 h 106"/>
                  <a:gd name="T34" fmla="*/ 28 w 93"/>
                  <a:gd name="T35" fmla="*/ 22 h 106"/>
                  <a:gd name="T36" fmla="*/ 47 w 93"/>
                  <a:gd name="T37" fmla="*/ 14 h 106"/>
                  <a:gd name="T38" fmla="*/ 69 w 93"/>
                  <a:gd name="T39" fmla="*/ 24 h 106"/>
                  <a:gd name="T40" fmla="*/ 75 w 93"/>
                  <a:gd name="T41" fmla="*/ 43 h 106"/>
                  <a:gd name="T42" fmla="*/ 19 w 93"/>
                  <a:gd name="T43" fmla="*/ 43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</a:cxnLst>
                <a:rect l="0" t="0" r="r" b="b"/>
                <a:pathLst>
                  <a:path w="93" h="106">
                    <a:moveTo>
                      <a:pt x="47" y="0"/>
                    </a:moveTo>
                    <a:cubicBezTo>
                      <a:pt x="33" y="0"/>
                      <a:pt x="22" y="5"/>
                      <a:pt x="13" y="14"/>
                    </a:cubicBezTo>
                    <a:cubicBezTo>
                      <a:pt x="4" y="24"/>
                      <a:pt x="0" y="37"/>
                      <a:pt x="0" y="54"/>
                    </a:cubicBezTo>
                    <a:cubicBezTo>
                      <a:pt x="0" y="71"/>
                      <a:pt x="4" y="83"/>
                      <a:pt x="13" y="92"/>
                    </a:cubicBezTo>
                    <a:cubicBezTo>
                      <a:pt x="22" y="102"/>
                      <a:pt x="33" y="106"/>
                      <a:pt x="48" y="106"/>
                    </a:cubicBezTo>
                    <a:cubicBezTo>
                      <a:pt x="60" y="106"/>
                      <a:pt x="70" y="103"/>
                      <a:pt x="77" y="98"/>
                    </a:cubicBezTo>
                    <a:cubicBezTo>
                      <a:pt x="85" y="92"/>
                      <a:pt x="90" y="84"/>
                      <a:pt x="93" y="73"/>
                    </a:cubicBezTo>
                    <a:cubicBezTo>
                      <a:pt x="75" y="71"/>
                      <a:pt x="75" y="71"/>
                      <a:pt x="75" y="71"/>
                    </a:cubicBezTo>
                    <a:cubicBezTo>
                      <a:pt x="72" y="79"/>
                      <a:pt x="69" y="84"/>
                      <a:pt x="64" y="87"/>
                    </a:cubicBezTo>
                    <a:cubicBezTo>
                      <a:pt x="60" y="90"/>
                      <a:pt x="55" y="92"/>
                      <a:pt x="48" y="92"/>
                    </a:cubicBezTo>
                    <a:cubicBezTo>
                      <a:pt x="40" y="92"/>
                      <a:pt x="33" y="89"/>
                      <a:pt x="27" y="83"/>
                    </a:cubicBezTo>
                    <a:cubicBezTo>
                      <a:pt x="21" y="77"/>
                      <a:pt x="18" y="69"/>
                      <a:pt x="18" y="58"/>
                    </a:cubicBezTo>
                    <a:cubicBezTo>
                      <a:pt x="93" y="58"/>
                      <a:pt x="93" y="58"/>
                      <a:pt x="93" y="58"/>
                    </a:cubicBezTo>
                    <a:cubicBezTo>
                      <a:pt x="93" y="56"/>
                      <a:pt x="93" y="54"/>
                      <a:pt x="93" y="53"/>
                    </a:cubicBezTo>
                    <a:cubicBezTo>
                      <a:pt x="93" y="36"/>
                      <a:pt x="89" y="23"/>
                      <a:pt x="80" y="14"/>
                    </a:cubicBezTo>
                    <a:cubicBezTo>
                      <a:pt x="72" y="5"/>
                      <a:pt x="61" y="0"/>
                      <a:pt x="47" y="0"/>
                    </a:cubicBezTo>
                    <a:close/>
                    <a:moveTo>
                      <a:pt x="19" y="43"/>
                    </a:moveTo>
                    <a:cubicBezTo>
                      <a:pt x="19" y="35"/>
                      <a:pt x="22" y="28"/>
                      <a:pt x="28" y="22"/>
                    </a:cubicBezTo>
                    <a:cubicBezTo>
                      <a:pt x="33" y="17"/>
                      <a:pt x="40" y="14"/>
                      <a:pt x="47" y="14"/>
                    </a:cubicBezTo>
                    <a:cubicBezTo>
                      <a:pt x="56" y="14"/>
                      <a:pt x="63" y="18"/>
                      <a:pt x="69" y="24"/>
                    </a:cubicBezTo>
                    <a:cubicBezTo>
                      <a:pt x="72" y="29"/>
                      <a:pt x="74" y="35"/>
                      <a:pt x="75" y="43"/>
                    </a:cubicBezTo>
                    <a:lnTo>
                      <a:pt x="19" y="4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7" name="íŝḷíďé"/>
              <p:cNvSpPr/>
              <p:nvPr/>
            </p:nvSpPr>
            <p:spPr bwMode="auto">
              <a:xfrm>
                <a:off x="9839325" y="4376738"/>
                <a:ext cx="182563" cy="342900"/>
              </a:xfrm>
              <a:custGeom>
                <a:avLst/>
                <a:gdLst>
                  <a:gd name="T0" fmla="*/ 26 w 55"/>
                  <a:gd name="T1" fmla="*/ 4 h 104"/>
                  <a:gd name="T2" fmla="*/ 15 w 55"/>
                  <a:gd name="T3" fmla="*/ 18 h 104"/>
                  <a:gd name="T4" fmla="*/ 15 w 55"/>
                  <a:gd name="T5" fmla="*/ 3 h 104"/>
                  <a:gd name="T6" fmla="*/ 0 w 55"/>
                  <a:gd name="T7" fmla="*/ 3 h 104"/>
                  <a:gd name="T8" fmla="*/ 0 w 55"/>
                  <a:gd name="T9" fmla="*/ 104 h 104"/>
                  <a:gd name="T10" fmla="*/ 17 w 55"/>
                  <a:gd name="T11" fmla="*/ 104 h 104"/>
                  <a:gd name="T12" fmla="*/ 17 w 55"/>
                  <a:gd name="T13" fmla="*/ 51 h 104"/>
                  <a:gd name="T14" fmla="*/ 20 w 55"/>
                  <a:gd name="T15" fmla="*/ 31 h 104"/>
                  <a:gd name="T16" fmla="*/ 26 w 55"/>
                  <a:gd name="T17" fmla="*/ 21 h 104"/>
                  <a:gd name="T18" fmla="*/ 36 w 55"/>
                  <a:gd name="T19" fmla="*/ 18 h 104"/>
                  <a:gd name="T20" fmla="*/ 49 w 55"/>
                  <a:gd name="T21" fmla="*/ 22 h 104"/>
                  <a:gd name="T22" fmla="*/ 55 w 55"/>
                  <a:gd name="T23" fmla="*/ 6 h 104"/>
                  <a:gd name="T24" fmla="*/ 37 w 55"/>
                  <a:gd name="T25" fmla="*/ 0 h 104"/>
                  <a:gd name="T26" fmla="*/ 26 w 55"/>
                  <a:gd name="T27" fmla="*/ 4 h 1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55" h="104">
                    <a:moveTo>
                      <a:pt x="26" y="4"/>
                    </a:moveTo>
                    <a:cubicBezTo>
                      <a:pt x="23" y="6"/>
                      <a:pt x="19" y="11"/>
                      <a:pt x="15" y="18"/>
                    </a:cubicBezTo>
                    <a:cubicBezTo>
                      <a:pt x="15" y="3"/>
                      <a:pt x="15" y="3"/>
                      <a:pt x="15" y="3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17" y="104"/>
                      <a:pt x="17" y="104"/>
                      <a:pt x="17" y="104"/>
                    </a:cubicBezTo>
                    <a:cubicBezTo>
                      <a:pt x="17" y="51"/>
                      <a:pt x="17" y="51"/>
                      <a:pt x="17" y="51"/>
                    </a:cubicBezTo>
                    <a:cubicBezTo>
                      <a:pt x="17" y="44"/>
                      <a:pt x="18" y="37"/>
                      <a:pt x="20" y="31"/>
                    </a:cubicBezTo>
                    <a:cubicBezTo>
                      <a:pt x="21" y="27"/>
                      <a:pt x="23" y="24"/>
                      <a:pt x="26" y="21"/>
                    </a:cubicBezTo>
                    <a:cubicBezTo>
                      <a:pt x="29" y="19"/>
                      <a:pt x="33" y="18"/>
                      <a:pt x="36" y="18"/>
                    </a:cubicBezTo>
                    <a:cubicBezTo>
                      <a:pt x="41" y="18"/>
                      <a:pt x="45" y="19"/>
                      <a:pt x="49" y="22"/>
                    </a:cubicBezTo>
                    <a:cubicBezTo>
                      <a:pt x="55" y="6"/>
                      <a:pt x="55" y="6"/>
                      <a:pt x="55" y="6"/>
                    </a:cubicBezTo>
                    <a:cubicBezTo>
                      <a:pt x="49" y="2"/>
                      <a:pt x="43" y="0"/>
                      <a:pt x="37" y="0"/>
                    </a:cubicBezTo>
                    <a:cubicBezTo>
                      <a:pt x="33" y="0"/>
                      <a:pt x="30" y="1"/>
                      <a:pt x="2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8" name="ïsľíḋê"/>
              <p:cNvSpPr/>
              <p:nvPr/>
            </p:nvSpPr>
            <p:spPr bwMode="auto">
              <a:xfrm>
                <a:off x="10067925" y="4376738"/>
                <a:ext cx="276225" cy="349250"/>
              </a:xfrm>
              <a:custGeom>
                <a:avLst/>
                <a:gdLst>
                  <a:gd name="T0" fmla="*/ 69 w 84"/>
                  <a:gd name="T1" fmla="*/ 50 h 106"/>
                  <a:gd name="T2" fmla="*/ 43 w 84"/>
                  <a:gd name="T3" fmla="*/ 42 h 106"/>
                  <a:gd name="T4" fmla="*/ 28 w 84"/>
                  <a:gd name="T5" fmla="*/ 38 h 106"/>
                  <a:gd name="T6" fmla="*/ 22 w 84"/>
                  <a:gd name="T7" fmla="*/ 34 h 106"/>
                  <a:gd name="T8" fmla="*/ 20 w 84"/>
                  <a:gd name="T9" fmla="*/ 27 h 106"/>
                  <a:gd name="T10" fmla="*/ 25 w 84"/>
                  <a:gd name="T11" fmla="*/ 18 h 106"/>
                  <a:gd name="T12" fmla="*/ 42 w 84"/>
                  <a:gd name="T13" fmla="*/ 14 h 106"/>
                  <a:gd name="T14" fmla="*/ 57 w 84"/>
                  <a:gd name="T15" fmla="*/ 19 h 106"/>
                  <a:gd name="T16" fmla="*/ 64 w 84"/>
                  <a:gd name="T17" fmla="*/ 31 h 106"/>
                  <a:gd name="T18" fmla="*/ 80 w 84"/>
                  <a:gd name="T19" fmla="*/ 29 h 106"/>
                  <a:gd name="T20" fmla="*/ 75 w 84"/>
                  <a:gd name="T21" fmla="*/ 13 h 106"/>
                  <a:gd name="T22" fmla="*/ 61 w 84"/>
                  <a:gd name="T23" fmla="*/ 4 h 106"/>
                  <a:gd name="T24" fmla="*/ 40 w 84"/>
                  <a:gd name="T25" fmla="*/ 0 h 106"/>
                  <a:gd name="T26" fmla="*/ 25 w 84"/>
                  <a:gd name="T27" fmla="*/ 2 h 106"/>
                  <a:gd name="T28" fmla="*/ 15 w 84"/>
                  <a:gd name="T29" fmla="*/ 7 h 106"/>
                  <a:gd name="T30" fmla="*/ 6 w 84"/>
                  <a:gd name="T31" fmla="*/ 17 h 106"/>
                  <a:gd name="T32" fmla="*/ 3 w 84"/>
                  <a:gd name="T33" fmla="*/ 30 h 106"/>
                  <a:gd name="T34" fmla="*/ 7 w 84"/>
                  <a:gd name="T35" fmla="*/ 43 h 106"/>
                  <a:gd name="T36" fmla="*/ 18 w 84"/>
                  <a:gd name="T37" fmla="*/ 53 h 106"/>
                  <a:gd name="T38" fmla="*/ 44 w 84"/>
                  <a:gd name="T39" fmla="*/ 61 h 106"/>
                  <a:gd name="T40" fmla="*/ 62 w 84"/>
                  <a:gd name="T41" fmla="*/ 67 h 106"/>
                  <a:gd name="T42" fmla="*/ 67 w 84"/>
                  <a:gd name="T43" fmla="*/ 76 h 106"/>
                  <a:gd name="T44" fmla="*/ 61 w 84"/>
                  <a:gd name="T45" fmla="*/ 87 h 106"/>
                  <a:gd name="T46" fmla="*/ 43 w 84"/>
                  <a:gd name="T47" fmla="*/ 92 h 106"/>
                  <a:gd name="T48" fmla="*/ 25 w 84"/>
                  <a:gd name="T49" fmla="*/ 87 h 106"/>
                  <a:gd name="T50" fmla="*/ 17 w 84"/>
                  <a:gd name="T51" fmla="*/ 71 h 106"/>
                  <a:gd name="T52" fmla="*/ 0 w 84"/>
                  <a:gd name="T53" fmla="*/ 74 h 106"/>
                  <a:gd name="T54" fmla="*/ 13 w 84"/>
                  <a:gd name="T55" fmla="*/ 98 h 106"/>
                  <a:gd name="T56" fmla="*/ 43 w 84"/>
                  <a:gd name="T57" fmla="*/ 106 h 106"/>
                  <a:gd name="T58" fmla="*/ 65 w 84"/>
                  <a:gd name="T59" fmla="*/ 102 h 106"/>
                  <a:gd name="T60" fmla="*/ 79 w 84"/>
                  <a:gd name="T61" fmla="*/ 90 h 106"/>
                  <a:gd name="T62" fmla="*/ 84 w 84"/>
                  <a:gd name="T63" fmla="*/ 74 h 106"/>
                  <a:gd name="T64" fmla="*/ 80 w 84"/>
                  <a:gd name="T65" fmla="*/ 59 h 106"/>
                  <a:gd name="T66" fmla="*/ 69 w 84"/>
                  <a:gd name="T67" fmla="*/ 50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84" h="106">
                    <a:moveTo>
                      <a:pt x="69" y="50"/>
                    </a:moveTo>
                    <a:cubicBezTo>
                      <a:pt x="64" y="48"/>
                      <a:pt x="56" y="46"/>
                      <a:pt x="43" y="42"/>
                    </a:cubicBezTo>
                    <a:cubicBezTo>
                      <a:pt x="35" y="40"/>
                      <a:pt x="30" y="39"/>
                      <a:pt x="28" y="38"/>
                    </a:cubicBezTo>
                    <a:cubicBezTo>
                      <a:pt x="25" y="37"/>
                      <a:pt x="23" y="35"/>
                      <a:pt x="22" y="34"/>
                    </a:cubicBezTo>
                    <a:cubicBezTo>
                      <a:pt x="20" y="32"/>
                      <a:pt x="20" y="30"/>
                      <a:pt x="20" y="27"/>
                    </a:cubicBezTo>
                    <a:cubicBezTo>
                      <a:pt x="20" y="24"/>
                      <a:pt x="21" y="21"/>
                      <a:pt x="25" y="18"/>
                    </a:cubicBezTo>
                    <a:cubicBezTo>
                      <a:pt x="28" y="16"/>
                      <a:pt x="34" y="14"/>
                      <a:pt x="42" y="14"/>
                    </a:cubicBezTo>
                    <a:cubicBezTo>
                      <a:pt x="48" y="14"/>
                      <a:pt x="53" y="16"/>
                      <a:pt x="57" y="19"/>
                    </a:cubicBezTo>
                    <a:cubicBezTo>
                      <a:pt x="61" y="22"/>
                      <a:pt x="63" y="26"/>
                      <a:pt x="64" y="31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79" y="22"/>
                      <a:pt x="77" y="17"/>
                      <a:pt x="75" y="13"/>
                    </a:cubicBezTo>
                    <a:cubicBezTo>
                      <a:pt x="72" y="9"/>
                      <a:pt x="67" y="6"/>
                      <a:pt x="61" y="4"/>
                    </a:cubicBezTo>
                    <a:cubicBezTo>
                      <a:pt x="55" y="1"/>
                      <a:pt x="48" y="0"/>
                      <a:pt x="40" y="0"/>
                    </a:cubicBezTo>
                    <a:cubicBezTo>
                      <a:pt x="35" y="0"/>
                      <a:pt x="30" y="1"/>
                      <a:pt x="25" y="2"/>
                    </a:cubicBezTo>
                    <a:cubicBezTo>
                      <a:pt x="21" y="4"/>
                      <a:pt x="17" y="5"/>
                      <a:pt x="15" y="7"/>
                    </a:cubicBezTo>
                    <a:cubicBezTo>
                      <a:pt x="11" y="10"/>
                      <a:pt x="8" y="13"/>
                      <a:pt x="6" y="17"/>
                    </a:cubicBezTo>
                    <a:cubicBezTo>
                      <a:pt x="4" y="21"/>
                      <a:pt x="3" y="25"/>
                      <a:pt x="3" y="30"/>
                    </a:cubicBezTo>
                    <a:cubicBezTo>
                      <a:pt x="3" y="34"/>
                      <a:pt x="4" y="39"/>
                      <a:pt x="7" y="43"/>
                    </a:cubicBezTo>
                    <a:cubicBezTo>
                      <a:pt x="9" y="47"/>
                      <a:pt x="13" y="50"/>
                      <a:pt x="18" y="53"/>
                    </a:cubicBezTo>
                    <a:cubicBezTo>
                      <a:pt x="23" y="55"/>
                      <a:pt x="31" y="58"/>
                      <a:pt x="44" y="61"/>
                    </a:cubicBezTo>
                    <a:cubicBezTo>
                      <a:pt x="53" y="63"/>
                      <a:pt x="59" y="65"/>
                      <a:pt x="62" y="67"/>
                    </a:cubicBezTo>
                    <a:cubicBezTo>
                      <a:pt x="65" y="69"/>
                      <a:pt x="67" y="72"/>
                      <a:pt x="67" y="76"/>
                    </a:cubicBezTo>
                    <a:cubicBezTo>
                      <a:pt x="67" y="80"/>
                      <a:pt x="65" y="84"/>
                      <a:pt x="61" y="87"/>
                    </a:cubicBezTo>
                    <a:cubicBezTo>
                      <a:pt x="57" y="90"/>
                      <a:pt x="51" y="92"/>
                      <a:pt x="43" y="92"/>
                    </a:cubicBezTo>
                    <a:cubicBezTo>
                      <a:pt x="36" y="92"/>
                      <a:pt x="29" y="90"/>
                      <a:pt x="25" y="87"/>
                    </a:cubicBezTo>
                    <a:cubicBezTo>
                      <a:pt x="21" y="83"/>
                      <a:pt x="18" y="78"/>
                      <a:pt x="17" y="71"/>
                    </a:cubicBezTo>
                    <a:cubicBezTo>
                      <a:pt x="0" y="74"/>
                      <a:pt x="0" y="74"/>
                      <a:pt x="0" y="74"/>
                    </a:cubicBezTo>
                    <a:cubicBezTo>
                      <a:pt x="2" y="84"/>
                      <a:pt x="6" y="92"/>
                      <a:pt x="13" y="98"/>
                    </a:cubicBezTo>
                    <a:cubicBezTo>
                      <a:pt x="20" y="103"/>
                      <a:pt x="30" y="106"/>
                      <a:pt x="43" y="106"/>
                    </a:cubicBezTo>
                    <a:cubicBezTo>
                      <a:pt x="51" y="106"/>
                      <a:pt x="59" y="105"/>
                      <a:pt x="65" y="102"/>
                    </a:cubicBezTo>
                    <a:cubicBezTo>
                      <a:pt x="71" y="99"/>
                      <a:pt x="76" y="95"/>
                      <a:pt x="79" y="90"/>
                    </a:cubicBezTo>
                    <a:cubicBezTo>
                      <a:pt x="83" y="85"/>
                      <a:pt x="84" y="80"/>
                      <a:pt x="84" y="74"/>
                    </a:cubicBezTo>
                    <a:cubicBezTo>
                      <a:pt x="84" y="68"/>
                      <a:pt x="83" y="63"/>
                      <a:pt x="80" y="59"/>
                    </a:cubicBezTo>
                    <a:cubicBezTo>
                      <a:pt x="77" y="56"/>
                      <a:pt x="74" y="52"/>
                      <a:pt x="69" y="5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69" name="iṩḷíḍé"/>
              <p:cNvSpPr/>
              <p:nvPr/>
            </p:nvSpPr>
            <p:spPr bwMode="auto">
              <a:xfrm>
                <a:off x="10450513" y="4257675"/>
                <a:ext cx="55563" cy="666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70" name="iṩ1íḑè"/>
              <p:cNvSpPr/>
              <p:nvPr/>
            </p:nvSpPr>
            <p:spPr bwMode="auto">
              <a:xfrm>
                <a:off x="10450513" y="4386263"/>
                <a:ext cx="55563" cy="33337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71" name="ïŝlïḋè"/>
              <p:cNvSpPr/>
              <p:nvPr/>
            </p:nvSpPr>
            <p:spPr bwMode="auto">
              <a:xfrm>
                <a:off x="10594975" y="4268788"/>
                <a:ext cx="165100" cy="454025"/>
              </a:xfrm>
              <a:custGeom>
                <a:avLst/>
                <a:gdLst>
                  <a:gd name="T0" fmla="*/ 40 w 50"/>
                  <a:gd name="T1" fmla="*/ 122 h 138"/>
                  <a:gd name="T2" fmla="*/ 34 w 50"/>
                  <a:gd name="T3" fmla="*/ 121 h 138"/>
                  <a:gd name="T4" fmla="*/ 31 w 50"/>
                  <a:gd name="T5" fmla="*/ 118 h 138"/>
                  <a:gd name="T6" fmla="*/ 30 w 50"/>
                  <a:gd name="T7" fmla="*/ 108 h 138"/>
                  <a:gd name="T8" fmla="*/ 30 w 50"/>
                  <a:gd name="T9" fmla="*/ 49 h 138"/>
                  <a:gd name="T10" fmla="*/ 47 w 50"/>
                  <a:gd name="T11" fmla="*/ 49 h 138"/>
                  <a:gd name="T12" fmla="*/ 47 w 50"/>
                  <a:gd name="T13" fmla="*/ 36 h 138"/>
                  <a:gd name="T14" fmla="*/ 30 w 50"/>
                  <a:gd name="T15" fmla="*/ 36 h 138"/>
                  <a:gd name="T16" fmla="*/ 30 w 50"/>
                  <a:gd name="T17" fmla="*/ 0 h 138"/>
                  <a:gd name="T18" fmla="*/ 13 w 50"/>
                  <a:gd name="T19" fmla="*/ 11 h 138"/>
                  <a:gd name="T20" fmla="*/ 13 w 50"/>
                  <a:gd name="T21" fmla="*/ 36 h 138"/>
                  <a:gd name="T22" fmla="*/ 0 w 50"/>
                  <a:gd name="T23" fmla="*/ 36 h 138"/>
                  <a:gd name="T24" fmla="*/ 0 w 50"/>
                  <a:gd name="T25" fmla="*/ 49 h 138"/>
                  <a:gd name="T26" fmla="*/ 13 w 50"/>
                  <a:gd name="T27" fmla="*/ 49 h 138"/>
                  <a:gd name="T28" fmla="*/ 13 w 50"/>
                  <a:gd name="T29" fmla="*/ 107 h 138"/>
                  <a:gd name="T30" fmla="*/ 15 w 50"/>
                  <a:gd name="T31" fmla="*/ 127 h 138"/>
                  <a:gd name="T32" fmla="*/ 22 w 50"/>
                  <a:gd name="T33" fmla="*/ 135 h 138"/>
                  <a:gd name="T34" fmla="*/ 37 w 50"/>
                  <a:gd name="T35" fmla="*/ 138 h 138"/>
                  <a:gd name="T36" fmla="*/ 50 w 50"/>
                  <a:gd name="T37" fmla="*/ 137 h 138"/>
                  <a:gd name="T38" fmla="*/ 47 w 50"/>
                  <a:gd name="T39" fmla="*/ 122 h 138"/>
                  <a:gd name="T40" fmla="*/ 40 w 50"/>
                  <a:gd name="T41" fmla="*/ 122 h 1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50" h="138">
                    <a:moveTo>
                      <a:pt x="40" y="122"/>
                    </a:moveTo>
                    <a:cubicBezTo>
                      <a:pt x="37" y="122"/>
                      <a:pt x="35" y="122"/>
                      <a:pt x="34" y="121"/>
                    </a:cubicBezTo>
                    <a:cubicBezTo>
                      <a:pt x="32" y="120"/>
                      <a:pt x="31" y="119"/>
                      <a:pt x="31" y="118"/>
                    </a:cubicBezTo>
                    <a:cubicBezTo>
                      <a:pt x="30" y="116"/>
                      <a:pt x="30" y="113"/>
                      <a:pt x="30" y="108"/>
                    </a:cubicBezTo>
                    <a:cubicBezTo>
                      <a:pt x="30" y="49"/>
                      <a:pt x="30" y="49"/>
                      <a:pt x="30" y="49"/>
                    </a:cubicBezTo>
                    <a:cubicBezTo>
                      <a:pt x="47" y="49"/>
                      <a:pt x="47" y="49"/>
                      <a:pt x="47" y="49"/>
                    </a:cubicBezTo>
                    <a:cubicBezTo>
                      <a:pt x="47" y="36"/>
                      <a:pt x="47" y="36"/>
                      <a:pt x="47" y="36"/>
                    </a:cubicBezTo>
                    <a:cubicBezTo>
                      <a:pt x="30" y="36"/>
                      <a:pt x="30" y="36"/>
                      <a:pt x="30" y="36"/>
                    </a:cubicBezTo>
                    <a:cubicBezTo>
                      <a:pt x="30" y="0"/>
                      <a:pt x="30" y="0"/>
                      <a:pt x="30" y="0"/>
                    </a:cubicBezTo>
                    <a:cubicBezTo>
                      <a:pt x="13" y="11"/>
                      <a:pt x="13" y="11"/>
                      <a:pt x="13" y="11"/>
                    </a:cubicBezTo>
                    <a:cubicBezTo>
                      <a:pt x="13" y="36"/>
                      <a:pt x="13" y="36"/>
                      <a:pt x="13" y="36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49"/>
                      <a:pt x="0" y="49"/>
                      <a:pt x="0" y="49"/>
                    </a:cubicBezTo>
                    <a:cubicBezTo>
                      <a:pt x="13" y="49"/>
                      <a:pt x="13" y="49"/>
                      <a:pt x="13" y="49"/>
                    </a:cubicBezTo>
                    <a:cubicBezTo>
                      <a:pt x="13" y="107"/>
                      <a:pt x="13" y="107"/>
                      <a:pt x="13" y="107"/>
                    </a:cubicBezTo>
                    <a:cubicBezTo>
                      <a:pt x="13" y="118"/>
                      <a:pt x="14" y="124"/>
                      <a:pt x="15" y="127"/>
                    </a:cubicBezTo>
                    <a:cubicBezTo>
                      <a:pt x="16" y="131"/>
                      <a:pt x="19" y="133"/>
                      <a:pt x="22" y="135"/>
                    </a:cubicBezTo>
                    <a:cubicBezTo>
                      <a:pt x="26" y="137"/>
                      <a:pt x="31" y="138"/>
                      <a:pt x="37" y="138"/>
                    </a:cubicBezTo>
                    <a:cubicBezTo>
                      <a:pt x="41" y="138"/>
                      <a:pt x="45" y="138"/>
                      <a:pt x="50" y="137"/>
                    </a:cubicBezTo>
                    <a:cubicBezTo>
                      <a:pt x="47" y="122"/>
                      <a:pt x="47" y="122"/>
                      <a:pt x="47" y="122"/>
                    </a:cubicBezTo>
                    <a:cubicBezTo>
                      <a:pt x="44" y="122"/>
                      <a:pt x="42" y="122"/>
                      <a:pt x="40" y="1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72" name="ïṣlîďê"/>
              <p:cNvSpPr/>
              <p:nvPr/>
            </p:nvSpPr>
            <p:spPr bwMode="auto">
              <a:xfrm>
                <a:off x="10809288" y="4386263"/>
                <a:ext cx="306388" cy="468313"/>
              </a:xfrm>
              <a:custGeom>
                <a:avLst/>
                <a:gdLst>
                  <a:gd name="T0" fmla="*/ 76 w 93"/>
                  <a:gd name="T1" fmla="*/ 0 h 142"/>
                  <a:gd name="T2" fmla="*/ 54 w 93"/>
                  <a:gd name="T3" fmla="*/ 59 h 142"/>
                  <a:gd name="T4" fmla="*/ 47 w 93"/>
                  <a:gd name="T5" fmla="*/ 82 h 142"/>
                  <a:gd name="T6" fmla="*/ 40 w 93"/>
                  <a:gd name="T7" fmla="*/ 58 h 142"/>
                  <a:gd name="T8" fmla="*/ 19 w 93"/>
                  <a:gd name="T9" fmla="*/ 0 h 142"/>
                  <a:gd name="T10" fmla="*/ 0 w 93"/>
                  <a:gd name="T11" fmla="*/ 0 h 142"/>
                  <a:gd name="T12" fmla="*/ 39 w 93"/>
                  <a:gd name="T13" fmla="*/ 101 h 142"/>
                  <a:gd name="T14" fmla="*/ 37 w 93"/>
                  <a:gd name="T15" fmla="*/ 105 h 142"/>
                  <a:gd name="T16" fmla="*/ 32 w 93"/>
                  <a:gd name="T17" fmla="*/ 118 h 142"/>
                  <a:gd name="T18" fmla="*/ 26 w 93"/>
                  <a:gd name="T19" fmla="*/ 123 h 142"/>
                  <a:gd name="T20" fmla="*/ 17 w 93"/>
                  <a:gd name="T21" fmla="*/ 125 h 142"/>
                  <a:gd name="T22" fmla="*/ 7 w 93"/>
                  <a:gd name="T23" fmla="*/ 124 h 142"/>
                  <a:gd name="T24" fmla="*/ 9 w 93"/>
                  <a:gd name="T25" fmla="*/ 140 h 142"/>
                  <a:gd name="T26" fmla="*/ 20 w 93"/>
                  <a:gd name="T27" fmla="*/ 142 h 142"/>
                  <a:gd name="T28" fmla="*/ 34 w 93"/>
                  <a:gd name="T29" fmla="*/ 138 h 142"/>
                  <a:gd name="T30" fmla="*/ 45 w 93"/>
                  <a:gd name="T31" fmla="*/ 126 h 142"/>
                  <a:gd name="T32" fmla="*/ 54 w 93"/>
                  <a:gd name="T33" fmla="*/ 103 h 142"/>
                  <a:gd name="T34" fmla="*/ 93 w 93"/>
                  <a:gd name="T35" fmla="*/ 0 h 142"/>
                  <a:gd name="T36" fmla="*/ 76 w 93"/>
                  <a:gd name="T37" fmla="*/ 0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93" h="142">
                    <a:moveTo>
                      <a:pt x="76" y="0"/>
                    </a:moveTo>
                    <a:cubicBezTo>
                      <a:pt x="54" y="59"/>
                      <a:pt x="54" y="59"/>
                      <a:pt x="54" y="59"/>
                    </a:cubicBezTo>
                    <a:cubicBezTo>
                      <a:pt x="51" y="66"/>
                      <a:pt x="49" y="74"/>
                      <a:pt x="47" y="82"/>
                    </a:cubicBezTo>
                    <a:cubicBezTo>
                      <a:pt x="45" y="74"/>
                      <a:pt x="42" y="66"/>
                      <a:pt x="40" y="58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39" y="101"/>
                      <a:pt x="39" y="101"/>
                      <a:pt x="39" y="101"/>
                    </a:cubicBezTo>
                    <a:cubicBezTo>
                      <a:pt x="38" y="103"/>
                      <a:pt x="37" y="104"/>
                      <a:pt x="37" y="105"/>
                    </a:cubicBezTo>
                    <a:cubicBezTo>
                      <a:pt x="35" y="112"/>
                      <a:pt x="33" y="116"/>
                      <a:pt x="32" y="118"/>
                    </a:cubicBezTo>
                    <a:cubicBezTo>
                      <a:pt x="30" y="120"/>
                      <a:pt x="28" y="122"/>
                      <a:pt x="26" y="123"/>
                    </a:cubicBezTo>
                    <a:cubicBezTo>
                      <a:pt x="24" y="125"/>
                      <a:pt x="21" y="125"/>
                      <a:pt x="17" y="125"/>
                    </a:cubicBezTo>
                    <a:cubicBezTo>
                      <a:pt x="14" y="125"/>
                      <a:pt x="11" y="125"/>
                      <a:pt x="7" y="124"/>
                    </a:cubicBezTo>
                    <a:cubicBezTo>
                      <a:pt x="9" y="140"/>
                      <a:pt x="9" y="140"/>
                      <a:pt x="9" y="140"/>
                    </a:cubicBezTo>
                    <a:cubicBezTo>
                      <a:pt x="13" y="141"/>
                      <a:pt x="17" y="142"/>
                      <a:pt x="20" y="142"/>
                    </a:cubicBezTo>
                    <a:cubicBezTo>
                      <a:pt x="26" y="142"/>
                      <a:pt x="30" y="141"/>
                      <a:pt x="34" y="138"/>
                    </a:cubicBezTo>
                    <a:cubicBezTo>
                      <a:pt x="38" y="135"/>
                      <a:pt x="42" y="131"/>
                      <a:pt x="45" y="126"/>
                    </a:cubicBezTo>
                    <a:cubicBezTo>
                      <a:pt x="47" y="121"/>
                      <a:pt x="50" y="114"/>
                      <a:pt x="54" y="103"/>
                    </a:cubicBezTo>
                    <a:cubicBezTo>
                      <a:pt x="93" y="0"/>
                      <a:pt x="93" y="0"/>
                      <a:pt x="93" y="0"/>
                    </a:cubicBezTo>
                    <a:lnTo>
                      <a:pt x="76" y="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</p:grpSp>
        <p:grpSp>
          <p:nvGrpSpPr>
            <p:cNvPr id="310" name="îSľîdè"/>
            <p:cNvGrpSpPr/>
            <p:nvPr/>
          </p:nvGrpSpPr>
          <p:grpSpPr>
            <a:xfrm>
              <a:off x="5487799" y="2810201"/>
              <a:ext cx="2935892" cy="808278"/>
              <a:chOff x="4762500" y="2070100"/>
              <a:chExt cx="6429376" cy="1770063"/>
            </a:xfrm>
            <a:grpFill/>
          </p:grpSpPr>
          <p:sp>
            <p:nvSpPr>
              <p:cNvPr id="343" name="íṥļïḓe"/>
              <p:cNvSpPr/>
              <p:nvPr/>
            </p:nvSpPr>
            <p:spPr bwMode="auto">
              <a:xfrm>
                <a:off x="10328275" y="2070100"/>
                <a:ext cx="520700" cy="512763"/>
              </a:xfrm>
              <a:custGeom>
                <a:avLst/>
                <a:gdLst>
                  <a:gd name="T0" fmla="*/ 31 w 158"/>
                  <a:gd name="T1" fmla="*/ 117 h 156"/>
                  <a:gd name="T2" fmla="*/ 31 w 158"/>
                  <a:gd name="T3" fmla="*/ 120 h 156"/>
                  <a:gd name="T4" fmla="*/ 7 w 158"/>
                  <a:gd name="T5" fmla="*/ 153 h 156"/>
                  <a:gd name="T6" fmla="*/ 11 w 158"/>
                  <a:gd name="T7" fmla="*/ 156 h 156"/>
                  <a:gd name="T8" fmla="*/ 77 w 158"/>
                  <a:gd name="T9" fmla="*/ 124 h 156"/>
                  <a:gd name="T10" fmla="*/ 135 w 158"/>
                  <a:gd name="T11" fmla="*/ 81 h 156"/>
                  <a:gd name="T12" fmla="*/ 158 w 158"/>
                  <a:gd name="T13" fmla="*/ 34 h 156"/>
                  <a:gd name="T14" fmla="*/ 124 w 158"/>
                  <a:gd name="T15" fmla="*/ 0 h 156"/>
                  <a:gd name="T16" fmla="*/ 96 w 158"/>
                  <a:gd name="T17" fmla="*/ 45 h 156"/>
                  <a:gd name="T18" fmla="*/ 61 w 158"/>
                  <a:gd name="T19" fmla="*/ 85 h 156"/>
                  <a:gd name="T20" fmla="*/ 33 w 158"/>
                  <a:gd name="T21" fmla="*/ 26 h 156"/>
                  <a:gd name="T22" fmla="*/ 0 w 158"/>
                  <a:gd name="T23" fmla="*/ 83 h 156"/>
                  <a:gd name="T24" fmla="*/ 0 w 158"/>
                  <a:gd name="T25" fmla="*/ 87 h 156"/>
                  <a:gd name="T26" fmla="*/ 31 w 158"/>
                  <a:gd name="T27" fmla="*/ 117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58" h="156">
                    <a:moveTo>
                      <a:pt x="31" y="117"/>
                    </a:moveTo>
                    <a:cubicBezTo>
                      <a:pt x="31" y="120"/>
                      <a:pt x="31" y="120"/>
                      <a:pt x="31" y="120"/>
                    </a:cubicBezTo>
                    <a:cubicBezTo>
                      <a:pt x="31" y="126"/>
                      <a:pt x="7" y="144"/>
                      <a:pt x="7" y="153"/>
                    </a:cubicBezTo>
                    <a:cubicBezTo>
                      <a:pt x="7" y="154"/>
                      <a:pt x="9" y="156"/>
                      <a:pt x="11" y="156"/>
                    </a:cubicBezTo>
                    <a:cubicBezTo>
                      <a:pt x="22" y="156"/>
                      <a:pt x="67" y="130"/>
                      <a:pt x="77" y="124"/>
                    </a:cubicBezTo>
                    <a:cubicBezTo>
                      <a:pt x="85" y="118"/>
                      <a:pt x="131" y="82"/>
                      <a:pt x="135" y="81"/>
                    </a:cubicBezTo>
                    <a:cubicBezTo>
                      <a:pt x="135" y="72"/>
                      <a:pt x="158" y="57"/>
                      <a:pt x="158" y="34"/>
                    </a:cubicBezTo>
                    <a:cubicBezTo>
                      <a:pt x="158" y="19"/>
                      <a:pt x="145" y="0"/>
                      <a:pt x="124" y="0"/>
                    </a:cubicBezTo>
                    <a:cubicBezTo>
                      <a:pt x="114" y="0"/>
                      <a:pt x="101" y="35"/>
                      <a:pt x="96" y="45"/>
                    </a:cubicBezTo>
                    <a:cubicBezTo>
                      <a:pt x="90" y="57"/>
                      <a:pt x="73" y="79"/>
                      <a:pt x="61" y="85"/>
                    </a:cubicBezTo>
                    <a:cubicBezTo>
                      <a:pt x="48" y="60"/>
                      <a:pt x="67" y="30"/>
                      <a:pt x="33" y="26"/>
                    </a:cubicBezTo>
                    <a:cubicBezTo>
                      <a:pt x="6" y="24"/>
                      <a:pt x="0" y="55"/>
                      <a:pt x="0" y="83"/>
                    </a:cubicBezTo>
                    <a:cubicBezTo>
                      <a:pt x="0" y="87"/>
                      <a:pt x="0" y="87"/>
                      <a:pt x="0" y="87"/>
                    </a:cubicBezTo>
                    <a:cubicBezTo>
                      <a:pt x="0" y="116"/>
                      <a:pt x="31" y="103"/>
                      <a:pt x="31" y="11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4" name="îśļiďè"/>
              <p:cNvSpPr/>
              <p:nvPr/>
            </p:nvSpPr>
            <p:spPr bwMode="auto">
              <a:xfrm>
                <a:off x="8250238" y="2230438"/>
                <a:ext cx="1471613" cy="1536700"/>
              </a:xfrm>
              <a:custGeom>
                <a:avLst/>
                <a:gdLst>
                  <a:gd name="T0" fmla="*/ 308 w 446"/>
                  <a:gd name="T1" fmla="*/ 363 h 466"/>
                  <a:gd name="T2" fmla="*/ 282 w 446"/>
                  <a:gd name="T3" fmla="*/ 336 h 466"/>
                  <a:gd name="T4" fmla="*/ 258 w 446"/>
                  <a:gd name="T5" fmla="*/ 308 h 466"/>
                  <a:gd name="T6" fmla="*/ 209 w 446"/>
                  <a:gd name="T7" fmla="*/ 253 h 466"/>
                  <a:gd name="T8" fmla="*/ 209 w 446"/>
                  <a:gd name="T9" fmla="*/ 243 h 466"/>
                  <a:gd name="T10" fmla="*/ 222 w 446"/>
                  <a:gd name="T11" fmla="*/ 208 h 466"/>
                  <a:gd name="T12" fmla="*/ 262 w 446"/>
                  <a:gd name="T13" fmla="*/ 197 h 466"/>
                  <a:gd name="T14" fmla="*/ 304 w 446"/>
                  <a:gd name="T15" fmla="*/ 192 h 466"/>
                  <a:gd name="T16" fmla="*/ 321 w 446"/>
                  <a:gd name="T17" fmla="*/ 162 h 466"/>
                  <a:gd name="T18" fmla="*/ 295 w 446"/>
                  <a:gd name="T19" fmla="*/ 150 h 466"/>
                  <a:gd name="T20" fmla="*/ 243 w 446"/>
                  <a:gd name="T21" fmla="*/ 157 h 466"/>
                  <a:gd name="T22" fmla="*/ 241 w 446"/>
                  <a:gd name="T23" fmla="*/ 156 h 466"/>
                  <a:gd name="T24" fmla="*/ 234 w 446"/>
                  <a:gd name="T25" fmla="*/ 150 h 466"/>
                  <a:gd name="T26" fmla="*/ 251 w 446"/>
                  <a:gd name="T27" fmla="*/ 58 h 466"/>
                  <a:gd name="T28" fmla="*/ 202 w 446"/>
                  <a:gd name="T29" fmla="*/ 0 h 466"/>
                  <a:gd name="T30" fmla="*/ 183 w 446"/>
                  <a:gd name="T31" fmla="*/ 17 h 466"/>
                  <a:gd name="T32" fmla="*/ 183 w 446"/>
                  <a:gd name="T33" fmla="*/ 24 h 466"/>
                  <a:gd name="T34" fmla="*/ 199 w 446"/>
                  <a:gd name="T35" fmla="*/ 53 h 466"/>
                  <a:gd name="T36" fmla="*/ 199 w 446"/>
                  <a:gd name="T37" fmla="*/ 90 h 466"/>
                  <a:gd name="T38" fmla="*/ 186 w 446"/>
                  <a:gd name="T39" fmla="*/ 164 h 466"/>
                  <a:gd name="T40" fmla="*/ 61 w 446"/>
                  <a:gd name="T41" fmla="*/ 212 h 466"/>
                  <a:gd name="T42" fmla="*/ 46 w 446"/>
                  <a:gd name="T43" fmla="*/ 214 h 466"/>
                  <a:gd name="T44" fmla="*/ 44 w 446"/>
                  <a:gd name="T45" fmla="*/ 219 h 466"/>
                  <a:gd name="T46" fmla="*/ 37 w 446"/>
                  <a:gd name="T47" fmla="*/ 217 h 466"/>
                  <a:gd name="T48" fmla="*/ 32 w 446"/>
                  <a:gd name="T49" fmla="*/ 226 h 466"/>
                  <a:gd name="T50" fmla="*/ 32 w 446"/>
                  <a:gd name="T51" fmla="*/ 233 h 466"/>
                  <a:gd name="T52" fmla="*/ 56 w 446"/>
                  <a:gd name="T53" fmla="*/ 258 h 466"/>
                  <a:gd name="T54" fmla="*/ 94 w 446"/>
                  <a:gd name="T55" fmla="*/ 252 h 466"/>
                  <a:gd name="T56" fmla="*/ 160 w 446"/>
                  <a:gd name="T57" fmla="*/ 223 h 466"/>
                  <a:gd name="T58" fmla="*/ 165 w 446"/>
                  <a:gd name="T59" fmla="*/ 223 h 466"/>
                  <a:gd name="T60" fmla="*/ 170 w 446"/>
                  <a:gd name="T61" fmla="*/ 228 h 466"/>
                  <a:gd name="T62" fmla="*/ 170 w 446"/>
                  <a:gd name="T63" fmla="*/ 235 h 466"/>
                  <a:gd name="T64" fmla="*/ 144 w 446"/>
                  <a:gd name="T65" fmla="*/ 305 h 466"/>
                  <a:gd name="T66" fmla="*/ 105 w 446"/>
                  <a:gd name="T67" fmla="*/ 363 h 466"/>
                  <a:gd name="T68" fmla="*/ 58 w 446"/>
                  <a:gd name="T69" fmla="*/ 413 h 466"/>
                  <a:gd name="T70" fmla="*/ 0 w 446"/>
                  <a:gd name="T71" fmla="*/ 450 h 466"/>
                  <a:gd name="T72" fmla="*/ 2 w 446"/>
                  <a:gd name="T73" fmla="*/ 460 h 466"/>
                  <a:gd name="T74" fmla="*/ 24 w 446"/>
                  <a:gd name="T75" fmla="*/ 464 h 466"/>
                  <a:gd name="T76" fmla="*/ 82 w 446"/>
                  <a:gd name="T77" fmla="*/ 436 h 466"/>
                  <a:gd name="T78" fmla="*/ 129 w 446"/>
                  <a:gd name="T79" fmla="*/ 398 h 466"/>
                  <a:gd name="T80" fmla="*/ 163 w 446"/>
                  <a:gd name="T81" fmla="*/ 345 h 466"/>
                  <a:gd name="T82" fmla="*/ 205 w 446"/>
                  <a:gd name="T83" fmla="*/ 314 h 466"/>
                  <a:gd name="T84" fmla="*/ 225 w 446"/>
                  <a:gd name="T85" fmla="*/ 337 h 466"/>
                  <a:gd name="T86" fmla="*/ 234 w 446"/>
                  <a:gd name="T87" fmla="*/ 350 h 466"/>
                  <a:gd name="T88" fmla="*/ 244 w 446"/>
                  <a:gd name="T89" fmla="*/ 361 h 466"/>
                  <a:gd name="T90" fmla="*/ 280 w 446"/>
                  <a:gd name="T91" fmla="*/ 410 h 466"/>
                  <a:gd name="T92" fmla="*/ 396 w 446"/>
                  <a:gd name="T93" fmla="*/ 464 h 466"/>
                  <a:gd name="T94" fmla="*/ 445 w 446"/>
                  <a:gd name="T95" fmla="*/ 435 h 466"/>
                  <a:gd name="T96" fmla="*/ 371 w 446"/>
                  <a:gd name="T97" fmla="*/ 403 h 466"/>
                  <a:gd name="T98" fmla="*/ 308 w 446"/>
                  <a:gd name="T99" fmla="*/ 363 h 4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</a:cxnLst>
                <a:rect l="0" t="0" r="r" b="b"/>
                <a:pathLst>
                  <a:path w="446" h="466">
                    <a:moveTo>
                      <a:pt x="308" y="363"/>
                    </a:moveTo>
                    <a:cubicBezTo>
                      <a:pt x="300" y="357"/>
                      <a:pt x="289" y="344"/>
                      <a:pt x="282" y="336"/>
                    </a:cubicBezTo>
                    <a:cubicBezTo>
                      <a:pt x="274" y="327"/>
                      <a:pt x="265" y="317"/>
                      <a:pt x="258" y="308"/>
                    </a:cubicBezTo>
                    <a:cubicBezTo>
                      <a:pt x="249" y="297"/>
                      <a:pt x="209" y="264"/>
                      <a:pt x="209" y="253"/>
                    </a:cubicBezTo>
                    <a:cubicBezTo>
                      <a:pt x="209" y="243"/>
                      <a:pt x="209" y="243"/>
                      <a:pt x="209" y="243"/>
                    </a:cubicBezTo>
                    <a:cubicBezTo>
                      <a:pt x="209" y="238"/>
                      <a:pt x="218" y="212"/>
                      <a:pt x="222" y="208"/>
                    </a:cubicBezTo>
                    <a:cubicBezTo>
                      <a:pt x="229" y="200"/>
                      <a:pt x="246" y="197"/>
                      <a:pt x="262" y="197"/>
                    </a:cubicBezTo>
                    <a:cubicBezTo>
                      <a:pt x="275" y="197"/>
                      <a:pt x="295" y="196"/>
                      <a:pt x="304" y="192"/>
                    </a:cubicBezTo>
                    <a:cubicBezTo>
                      <a:pt x="319" y="186"/>
                      <a:pt x="321" y="180"/>
                      <a:pt x="321" y="162"/>
                    </a:cubicBezTo>
                    <a:cubicBezTo>
                      <a:pt x="317" y="156"/>
                      <a:pt x="305" y="148"/>
                      <a:pt x="295" y="150"/>
                    </a:cubicBezTo>
                    <a:cubicBezTo>
                      <a:pt x="243" y="157"/>
                      <a:pt x="243" y="157"/>
                      <a:pt x="243" y="157"/>
                    </a:cubicBezTo>
                    <a:cubicBezTo>
                      <a:pt x="241" y="156"/>
                      <a:pt x="241" y="156"/>
                      <a:pt x="241" y="156"/>
                    </a:cubicBezTo>
                    <a:cubicBezTo>
                      <a:pt x="237" y="156"/>
                      <a:pt x="234" y="154"/>
                      <a:pt x="234" y="150"/>
                    </a:cubicBezTo>
                    <a:cubicBezTo>
                      <a:pt x="234" y="122"/>
                      <a:pt x="246" y="83"/>
                      <a:pt x="251" y="58"/>
                    </a:cubicBezTo>
                    <a:cubicBezTo>
                      <a:pt x="257" y="25"/>
                      <a:pt x="230" y="0"/>
                      <a:pt x="202" y="0"/>
                    </a:cubicBezTo>
                    <a:cubicBezTo>
                      <a:pt x="192" y="0"/>
                      <a:pt x="183" y="7"/>
                      <a:pt x="183" y="17"/>
                    </a:cubicBezTo>
                    <a:cubicBezTo>
                      <a:pt x="183" y="24"/>
                      <a:pt x="183" y="24"/>
                      <a:pt x="183" y="24"/>
                    </a:cubicBezTo>
                    <a:cubicBezTo>
                      <a:pt x="183" y="37"/>
                      <a:pt x="195" y="39"/>
                      <a:pt x="199" y="53"/>
                    </a:cubicBezTo>
                    <a:cubicBezTo>
                      <a:pt x="202" y="65"/>
                      <a:pt x="200" y="79"/>
                      <a:pt x="199" y="90"/>
                    </a:cubicBezTo>
                    <a:cubicBezTo>
                      <a:pt x="195" y="118"/>
                      <a:pt x="196" y="141"/>
                      <a:pt x="186" y="164"/>
                    </a:cubicBezTo>
                    <a:cubicBezTo>
                      <a:pt x="175" y="187"/>
                      <a:pt x="83" y="198"/>
                      <a:pt x="61" y="212"/>
                    </a:cubicBezTo>
                    <a:cubicBezTo>
                      <a:pt x="46" y="214"/>
                      <a:pt x="46" y="214"/>
                      <a:pt x="46" y="214"/>
                    </a:cubicBezTo>
                    <a:cubicBezTo>
                      <a:pt x="44" y="219"/>
                      <a:pt x="44" y="219"/>
                      <a:pt x="44" y="219"/>
                    </a:cubicBezTo>
                    <a:cubicBezTo>
                      <a:pt x="37" y="217"/>
                      <a:pt x="37" y="217"/>
                      <a:pt x="37" y="217"/>
                    </a:cubicBezTo>
                    <a:cubicBezTo>
                      <a:pt x="35" y="225"/>
                      <a:pt x="32" y="219"/>
                      <a:pt x="32" y="226"/>
                    </a:cubicBezTo>
                    <a:cubicBezTo>
                      <a:pt x="32" y="233"/>
                      <a:pt x="32" y="233"/>
                      <a:pt x="32" y="233"/>
                    </a:cubicBezTo>
                    <a:cubicBezTo>
                      <a:pt x="32" y="243"/>
                      <a:pt x="47" y="257"/>
                      <a:pt x="56" y="258"/>
                    </a:cubicBezTo>
                    <a:cubicBezTo>
                      <a:pt x="72" y="260"/>
                      <a:pt x="81" y="258"/>
                      <a:pt x="94" y="252"/>
                    </a:cubicBezTo>
                    <a:cubicBezTo>
                      <a:pt x="102" y="249"/>
                      <a:pt x="159" y="223"/>
                      <a:pt x="160" y="223"/>
                    </a:cubicBezTo>
                    <a:cubicBezTo>
                      <a:pt x="165" y="223"/>
                      <a:pt x="165" y="223"/>
                      <a:pt x="165" y="223"/>
                    </a:cubicBezTo>
                    <a:cubicBezTo>
                      <a:pt x="169" y="223"/>
                      <a:pt x="170" y="224"/>
                      <a:pt x="170" y="228"/>
                    </a:cubicBezTo>
                    <a:cubicBezTo>
                      <a:pt x="170" y="235"/>
                      <a:pt x="170" y="235"/>
                      <a:pt x="170" y="235"/>
                    </a:cubicBezTo>
                    <a:cubicBezTo>
                      <a:pt x="170" y="243"/>
                      <a:pt x="148" y="296"/>
                      <a:pt x="144" y="305"/>
                    </a:cubicBezTo>
                    <a:cubicBezTo>
                      <a:pt x="133" y="327"/>
                      <a:pt x="118" y="344"/>
                      <a:pt x="105" y="363"/>
                    </a:cubicBezTo>
                    <a:cubicBezTo>
                      <a:pt x="91" y="385"/>
                      <a:pt x="77" y="397"/>
                      <a:pt x="58" y="413"/>
                    </a:cubicBezTo>
                    <a:cubicBezTo>
                      <a:pt x="49" y="421"/>
                      <a:pt x="10" y="448"/>
                      <a:pt x="0" y="450"/>
                    </a:cubicBezTo>
                    <a:cubicBezTo>
                      <a:pt x="2" y="460"/>
                      <a:pt x="2" y="460"/>
                      <a:pt x="2" y="460"/>
                    </a:cubicBezTo>
                    <a:cubicBezTo>
                      <a:pt x="24" y="464"/>
                      <a:pt x="24" y="464"/>
                      <a:pt x="24" y="464"/>
                    </a:cubicBezTo>
                    <a:cubicBezTo>
                      <a:pt x="37" y="466"/>
                      <a:pt x="73" y="442"/>
                      <a:pt x="82" y="436"/>
                    </a:cubicBezTo>
                    <a:cubicBezTo>
                      <a:pt x="105" y="421"/>
                      <a:pt x="111" y="417"/>
                      <a:pt x="129" y="398"/>
                    </a:cubicBezTo>
                    <a:cubicBezTo>
                      <a:pt x="146" y="380"/>
                      <a:pt x="151" y="366"/>
                      <a:pt x="163" y="345"/>
                    </a:cubicBezTo>
                    <a:cubicBezTo>
                      <a:pt x="173" y="330"/>
                      <a:pt x="183" y="300"/>
                      <a:pt x="205" y="314"/>
                    </a:cubicBezTo>
                    <a:cubicBezTo>
                      <a:pt x="218" y="322"/>
                      <a:pt x="216" y="326"/>
                      <a:pt x="225" y="337"/>
                    </a:cubicBezTo>
                    <a:cubicBezTo>
                      <a:pt x="229" y="341"/>
                      <a:pt x="231" y="346"/>
                      <a:pt x="234" y="350"/>
                    </a:cubicBezTo>
                    <a:cubicBezTo>
                      <a:pt x="238" y="354"/>
                      <a:pt x="241" y="356"/>
                      <a:pt x="244" y="361"/>
                    </a:cubicBezTo>
                    <a:cubicBezTo>
                      <a:pt x="258" y="381"/>
                      <a:pt x="263" y="392"/>
                      <a:pt x="280" y="410"/>
                    </a:cubicBezTo>
                    <a:cubicBezTo>
                      <a:pt x="315" y="446"/>
                      <a:pt x="324" y="464"/>
                      <a:pt x="396" y="464"/>
                    </a:cubicBezTo>
                    <a:cubicBezTo>
                      <a:pt x="425" y="464"/>
                      <a:pt x="446" y="461"/>
                      <a:pt x="445" y="435"/>
                    </a:cubicBezTo>
                    <a:cubicBezTo>
                      <a:pt x="422" y="423"/>
                      <a:pt x="394" y="416"/>
                      <a:pt x="371" y="403"/>
                    </a:cubicBezTo>
                    <a:cubicBezTo>
                      <a:pt x="347" y="389"/>
                      <a:pt x="330" y="379"/>
                      <a:pt x="308" y="363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5" name="ïṣ1íḑé"/>
              <p:cNvSpPr/>
              <p:nvPr/>
            </p:nvSpPr>
            <p:spPr bwMode="auto">
              <a:xfrm>
                <a:off x="4762500" y="2398713"/>
                <a:ext cx="1316038" cy="1169988"/>
              </a:xfrm>
              <a:custGeom>
                <a:avLst/>
                <a:gdLst>
                  <a:gd name="T0" fmla="*/ 290 w 399"/>
                  <a:gd name="T1" fmla="*/ 258 h 355"/>
                  <a:gd name="T2" fmla="*/ 263 w 399"/>
                  <a:gd name="T3" fmla="*/ 258 h 355"/>
                  <a:gd name="T4" fmla="*/ 251 w 399"/>
                  <a:gd name="T5" fmla="*/ 258 h 355"/>
                  <a:gd name="T6" fmla="*/ 214 w 399"/>
                  <a:gd name="T7" fmla="*/ 243 h 355"/>
                  <a:gd name="T8" fmla="*/ 213 w 399"/>
                  <a:gd name="T9" fmla="*/ 229 h 355"/>
                  <a:gd name="T10" fmla="*/ 225 w 399"/>
                  <a:gd name="T11" fmla="*/ 183 h 355"/>
                  <a:gd name="T12" fmla="*/ 268 w 399"/>
                  <a:gd name="T13" fmla="*/ 165 h 355"/>
                  <a:gd name="T14" fmla="*/ 273 w 399"/>
                  <a:gd name="T15" fmla="*/ 168 h 355"/>
                  <a:gd name="T16" fmla="*/ 306 w 399"/>
                  <a:gd name="T17" fmla="*/ 161 h 355"/>
                  <a:gd name="T18" fmla="*/ 324 w 399"/>
                  <a:gd name="T19" fmla="*/ 139 h 355"/>
                  <a:gd name="T20" fmla="*/ 244 w 399"/>
                  <a:gd name="T21" fmla="*/ 131 h 355"/>
                  <a:gd name="T22" fmla="*/ 242 w 399"/>
                  <a:gd name="T23" fmla="*/ 131 h 355"/>
                  <a:gd name="T24" fmla="*/ 232 w 399"/>
                  <a:gd name="T25" fmla="*/ 102 h 355"/>
                  <a:gd name="T26" fmla="*/ 256 w 399"/>
                  <a:gd name="T27" fmla="*/ 41 h 355"/>
                  <a:gd name="T28" fmla="*/ 256 w 399"/>
                  <a:gd name="T29" fmla="*/ 36 h 355"/>
                  <a:gd name="T30" fmla="*/ 213 w 399"/>
                  <a:gd name="T31" fmla="*/ 3 h 355"/>
                  <a:gd name="T32" fmla="*/ 178 w 399"/>
                  <a:gd name="T33" fmla="*/ 46 h 355"/>
                  <a:gd name="T34" fmla="*/ 156 w 399"/>
                  <a:gd name="T35" fmla="*/ 179 h 355"/>
                  <a:gd name="T36" fmla="*/ 147 w 399"/>
                  <a:gd name="T37" fmla="*/ 241 h 355"/>
                  <a:gd name="T38" fmla="*/ 113 w 399"/>
                  <a:gd name="T39" fmla="*/ 285 h 355"/>
                  <a:gd name="T40" fmla="*/ 0 w 399"/>
                  <a:gd name="T41" fmla="*/ 326 h 355"/>
                  <a:gd name="T42" fmla="*/ 40 w 399"/>
                  <a:gd name="T43" fmla="*/ 355 h 355"/>
                  <a:gd name="T44" fmla="*/ 45 w 399"/>
                  <a:gd name="T45" fmla="*/ 355 h 355"/>
                  <a:gd name="T46" fmla="*/ 90 w 399"/>
                  <a:gd name="T47" fmla="*/ 347 h 355"/>
                  <a:gd name="T48" fmla="*/ 96 w 399"/>
                  <a:gd name="T49" fmla="*/ 347 h 355"/>
                  <a:gd name="T50" fmla="*/ 281 w 399"/>
                  <a:gd name="T51" fmla="*/ 306 h 355"/>
                  <a:gd name="T52" fmla="*/ 355 w 399"/>
                  <a:gd name="T53" fmla="*/ 318 h 355"/>
                  <a:gd name="T54" fmla="*/ 365 w 399"/>
                  <a:gd name="T55" fmla="*/ 318 h 355"/>
                  <a:gd name="T56" fmla="*/ 399 w 399"/>
                  <a:gd name="T57" fmla="*/ 282 h 355"/>
                  <a:gd name="T58" fmla="*/ 290 w 399"/>
                  <a:gd name="T59" fmla="*/ 258 h 3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399" h="355">
                    <a:moveTo>
                      <a:pt x="290" y="258"/>
                    </a:moveTo>
                    <a:cubicBezTo>
                      <a:pt x="263" y="258"/>
                      <a:pt x="263" y="258"/>
                      <a:pt x="263" y="258"/>
                    </a:cubicBezTo>
                    <a:cubicBezTo>
                      <a:pt x="251" y="258"/>
                      <a:pt x="251" y="258"/>
                      <a:pt x="251" y="258"/>
                    </a:cubicBezTo>
                    <a:cubicBezTo>
                      <a:pt x="236" y="258"/>
                      <a:pt x="220" y="252"/>
                      <a:pt x="214" y="243"/>
                    </a:cubicBezTo>
                    <a:cubicBezTo>
                      <a:pt x="213" y="229"/>
                      <a:pt x="213" y="229"/>
                      <a:pt x="213" y="229"/>
                    </a:cubicBezTo>
                    <a:cubicBezTo>
                      <a:pt x="217" y="227"/>
                      <a:pt x="217" y="195"/>
                      <a:pt x="225" y="183"/>
                    </a:cubicBezTo>
                    <a:cubicBezTo>
                      <a:pt x="235" y="169"/>
                      <a:pt x="264" y="173"/>
                      <a:pt x="268" y="165"/>
                    </a:cubicBezTo>
                    <a:cubicBezTo>
                      <a:pt x="273" y="168"/>
                      <a:pt x="273" y="168"/>
                      <a:pt x="273" y="168"/>
                    </a:cubicBezTo>
                    <a:cubicBezTo>
                      <a:pt x="277" y="165"/>
                      <a:pt x="299" y="165"/>
                      <a:pt x="306" y="161"/>
                    </a:cubicBezTo>
                    <a:cubicBezTo>
                      <a:pt x="312" y="158"/>
                      <a:pt x="324" y="146"/>
                      <a:pt x="324" y="139"/>
                    </a:cubicBezTo>
                    <a:cubicBezTo>
                      <a:pt x="324" y="99"/>
                      <a:pt x="265" y="131"/>
                      <a:pt x="244" y="131"/>
                    </a:cubicBezTo>
                    <a:cubicBezTo>
                      <a:pt x="242" y="131"/>
                      <a:pt x="242" y="131"/>
                      <a:pt x="242" y="131"/>
                    </a:cubicBezTo>
                    <a:cubicBezTo>
                      <a:pt x="231" y="131"/>
                      <a:pt x="232" y="114"/>
                      <a:pt x="232" y="102"/>
                    </a:cubicBezTo>
                    <a:cubicBezTo>
                      <a:pt x="233" y="100"/>
                      <a:pt x="256" y="43"/>
                      <a:pt x="256" y="41"/>
                    </a:cubicBezTo>
                    <a:cubicBezTo>
                      <a:pt x="256" y="36"/>
                      <a:pt x="256" y="36"/>
                      <a:pt x="256" y="36"/>
                    </a:cubicBezTo>
                    <a:cubicBezTo>
                      <a:pt x="256" y="17"/>
                      <a:pt x="228" y="0"/>
                      <a:pt x="213" y="3"/>
                    </a:cubicBezTo>
                    <a:cubicBezTo>
                      <a:pt x="179" y="11"/>
                      <a:pt x="183" y="13"/>
                      <a:pt x="178" y="46"/>
                    </a:cubicBezTo>
                    <a:cubicBezTo>
                      <a:pt x="170" y="90"/>
                      <a:pt x="165" y="136"/>
                      <a:pt x="156" y="179"/>
                    </a:cubicBezTo>
                    <a:cubicBezTo>
                      <a:pt x="153" y="196"/>
                      <a:pt x="151" y="223"/>
                      <a:pt x="147" y="241"/>
                    </a:cubicBezTo>
                    <a:cubicBezTo>
                      <a:pt x="138" y="278"/>
                      <a:pt x="150" y="275"/>
                      <a:pt x="113" y="285"/>
                    </a:cubicBezTo>
                    <a:cubicBezTo>
                      <a:pt x="88" y="292"/>
                      <a:pt x="0" y="303"/>
                      <a:pt x="0" y="326"/>
                    </a:cubicBezTo>
                    <a:cubicBezTo>
                      <a:pt x="0" y="342"/>
                      <a:pt x="23" y="355"/>
                      <a:pt x="40" y="355"/>
                    </a:cubicBezTo>
                    <a:cubicBezTo>
                      <a:pt x="45" y="355"/>
                      <a:pt x="45" y="355"/>
                      <a:pt x="45" y="355"/>
                    </a:cubicBezTo>
                    <a:cubicBezTo>
                      <a:pt x="61" y="355"/>
                      <a:pt x="80" y="353"/>
                      <a:pt x="90" y="347"/>
                    </a:cubicBezTo>
                    <a:cubicBezTo>
                      <a:pt x="96" y="347"/>
                      <a:pt x="96" y="347"/>
                      <a:pt x="96" y="347"/>
                    </a:cubicBezTo>
                    <a:cubicBezTo>
                      <a:pt x="117" y="332"/>
                      <a:pt x="241" y="306"/>
                      <a:pt x="281" y="306"/>
                    </a:cubicBezTo>
                    <a:cubicBezTo>
                      <a:pt x="311" y="306"/>
                      <a:pt x="331" y="318"/>
                      <a:pt x="355" y="318"/>
                    </a:cubicBezTo>
                    <a:cubicBezTo>
                      <a:pt x="365" y="318"/>
                      <a:pt x="365" y="318"/>
                      <a:pt x="365" y="318"/>
                    </a:cubicBezTo>
                    <a:cubicBezTo>
                      <a:pt x="383" y="318"/>
                      <a:pt x="399" y="303"/>
                      <a:pt x="399" y="282"/>
                    </a:cubicBezTo>
                    <a:cubicBezTo>
                      <a:pt x="399" y="255"/>
                      <a:pt x="318" y="258"/>
                      <a:pt x="290" y="25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6" name="íS1íḑe"/>
              <p:cNvSpPr/>
              <p:nvPr/>
            </p:nvSpPr>
            <p:spPr bwMode="auto">
              <a:xfrm>
                <a:off x="6553200" y="2471738"/>
                <a:ext cx="239713" cy="196850"/>
              </a:xfrm>
              <a:custGeom>
                <a:avLst/>
                <a:gdLst>
                  <a:gd name="T0" fmla="*/ 44 w 73"/>
                  <a:gd name="T1" fmla="*/ 60 h 60"/>
                  <a:gd name="T2" fmla="*/ 73 w 73"/>
                  <a:gd name="T3" fmla="*/ 32 h 60"/>
                  <a:gd name="T4" fmla="*/ 25 w 73"/>
                  <a:gd name="T5" fmla="*/ 0 h 60"/>
                  <a:gd name="T6" fmla="*/ 24 w 73"/>
                  <a:gd name="T7" fmla="*/ 0 h 60"/>
                  <a:gd name="T8" fmla="*/ 0 w 73"/>
                  <a:gd name="T9" fmla="*/ 14 h 60"/>
                  <a:gd name="T10" fmla="*/ 0 w 73"/>
                  <a:gd name="T11" fmla="*/ 17 h 60"/>
                  <a:gd name="T12" fmla="*/ 44 w 73"/>
                  <a:gd name="T13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3" h="60">
                    <a:moveTo>
                      <a:pt x="44" y="60"/>
                    </a:moveTo>
                    <a:cubicBezTo>
                      <a:pt x="61" y="60"/>
                      <a:pt x="73" y="50"/>
                      <a:pt x="73" y="32"/>
                    </a:cubicBezTo>
                    <a:cubicBezTo>
                      <a:pt x="73" y="11"/>
                      <a:pt x="46" y="0"/>
                      <a:pt x="25" y="0"/>
                    </a:cubicBezTo>
                    <a:cubicBezTo>
                      <a:pt x="24" y="0"/>
                      <a:pt x="24" y="0"/>
                      <a:pt x="24" y="0"/>
                    </a:cubicBezTo>
                    <a:cubicBezTo>
                      <a:pt x="15" y="0"/>
                      <a:pt x="0" y="7"/>
                      <a:pt x="0" y="14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0" y="36"/>
                      <a:pt x="25" y="60"/>
                      <a:pt x="44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7" name="í$ḻïḍé"/>
              <p:cNvSpPr/>
              <p:nvPr/>
            </p:nvSpPr>
            <p:spPr bwMode="auto">
              <a:xfrm>
                <a:off x="6446838" y="2151063"/>
                <a:ext cx="1600200" cy="1668463"/>
              </a:xfrm>
              <a:custGeom>
                <a:avLst/>
                <a:gdLst>
                  <a:gd name="T0" fmla="*/ 445 w 485"/>
                  <a:gd name="T1" fmla="*/ 250 h 506"/>
                  <a:gd name="T2" fmla="*/ 407 w 485"/>
                  <a:gd name="T3" fmla="*/ 255 h 506"/>
                  <a:gd name="T4" fmla="*/ 394 w 485"/>
                  <a:gd name="T5" fmla="*/ 250 h 506"/>
                  <a:gd name="T6" fmla="*/ 371 w 485"/>
                  <a:gd name="T7" fmla="*/ 171 h 506"/>
                  <a:gd name="T8" fmla="*/ 322 w 485"/>
                  <a:gd name="T9" fmla="*/ 158 h 506"/>
                  <a:gd name="T10" fmla="*/ 359 w 485"/>
                  <a:gd name="T11" fmla="*/ 78 h 506"/>
                  <a:gd name="T12" fmla="*/ 281 w 485"/>
                  <a:gd name="T13" fmla="*/ 94 h 506"/>
                  <a:gd name="T14" fmla="*/ 224 w 485"/>
                  <a:gd name="T15" fmla="*/ 119 h 506"/>
                  <a:gd name="T16" fmla="*/ 246 w 485"/>
                  <a:gd name="T17" fmla="*/ 66 h 506"/>
                  <a:gd name="T18" fmla="*/ 261 w 485"/>
                  <a:gd name="T19" fmla="*/ 16 h 506"/>
                  <a:gd name="T20" fmla="*/ 182 w 485"/>
                  <a:gd name="T21" fmla="*/ 69 h 506"/>
                  <a:gd name="T22" fmla="*/ 151 w 485"/>
                  <a:gd name="T23" fmla="*/ 165 h 506"/>
                  <a:gd name="T24" fmla="*/ 236 w 485"/>
                  <a:gd name="T25" fmla="*/ 172 h 506"/>
                  <a:gd name="T26" fmla="*/ 246 w 485"/>
                  <a:gd name="T27" fmla="*/ 177 h 506"/>
                  <a:gd name="T28" fmla="*/ 195 w 485"/>
                  <a:gd name="T29" fmla="*/ 277 h 506"/>
                  <a:gd name="T30" fmla="*/ 146 w 485"/>
                  <a:gd name="T31" fmla="*/ 339 h 506"/>
                  <a:gd name="T32" fmla="*/ 112 w 485"/>
                  <a:gd name="T33" fmla="*/ 342 h 506"/>
                  <a:gd name="T34" fmla="*/ 117 w 485"/>
                  <a:gd name="T35" fmla="*/ 304 h 506"/>
                  <a:gd name="T36" fmla="*/ 66 w 485"/>
                  <a:gd name="T37" fmla="*/ 413 h 506"/>
                  <a:gd name="T38" fmla="*/ 52 w 485"/>
                  <a:gd name="T39" fmla="*/ 366 h 506"/>
                  <a:gd name="T40" fmla="*/ 84 w 485"/>
                  <a:gd name="T41" fmla="*/ 214 h 506"/>
                  <a:gd name="T42" fmla="*/ 69 w 485"/>
                  <a:gd name="T43" fmla="*/ 196 h 506"/>
                  <a:gd name="T44" fmla="*/ 0 w 485"/>
                  <a:gd name="T45" fmla="*/ 354 h 506"/>
                  <a:gd name="T46" fmla="*/ 0 w 485"/>
                  <a:gd name="T47" fmla="*/ 377 h 506"/>
                  <a:gd name="T48" fmla="*/ 64 w 485"/>
                  <a:gd name="T49" fmla="*/ 491 h 506"/>
                  <a:gd name="T50" fmla="*/ 96 w 485"/>
                  <a:gd name="T51" fmla="*/ 431 h 506"/>
                  <a:gd name="T52" fmla="*/ 125 w 485"/>
                  <a:gd name="T53" fmla="*/ 383 h 506"/>
                  <a:gd name="T54" fmla="*/ 163 w 485"/>
                  <a:gd name="T55" fmla="*/ 420 h 506"/>
                  <a:gd name="T56" fmla="*/ 183 w 485"/>
                  <a:gd name="T57" fmla="*/ 473 h 506"/>
                  <a:gd name="T58" fmla="*/ 251 w 485"/>
                  <a:gd name="T59" fmla="*/ 476 h 506"/>
                  <a:gd name="T60" fmla="*/ 328 w 485"/>
                  <a:gd name="T61" fmla="*/ 495 h 506"/>
                  <a:gd name="T62" fmla="*/ 392 w 485"/>
                  <a:gd name="T63" fmla="*/ 416 h 506"/>
                  <a:gd name="T64" fmla="*/ 388 w 485"/>
                  <a:gd name="T65" fmla="*/ 408 h 506"/>
                  <a:gd name="T66" fmla="*/ 379 w 485"/>
                  <a:gd name="T67" fmla="*/ 356 h 506"/>
                  <a:gd name="T68" fmla="*/ 485 w 485"/>
                  <a:gd name="T69" fmla="*/ 274 h 506"/>
                  <a:gd name="T70" fmla="*/ 456 w 485"/>
                  <a:gd name="T71" fmla="*/ 250 h 506"/>
                  <a:gd name="T72" fmla="*/ 254 w 485"/>
                  <a:gd name="T73" fmla="*/ 277 h 506"/>
                  <a:gd name="T74" fmla="*/ 253 w 485"/>
                  <a:gd name="T75" fmla="*/ 301 h 506"/>
                  <a:gd name="T76" fmla="*/ 246 w 485"/>
                  <a:gd name="T77" fmla="*/ 293 h 506"/>
                  <a:gd name="T78" fmla="*/ 298 w 485"/>
                  <a:gd name="T79" fmla="*/ 469 h 506"/>
                  <a:gd name="T80" fmla="*/ 292 w 485"/>
                  <a:gd name="T81" fmla="*/ 462 h 506"/>
                  <a:gd name="T82" fmla="*/ 304 w 485"/>
                  <a:gd name="T83" fmla="*/ 462 h 506"/>
                  <a:gd name="T84" fmla="*/ 351 w 485"/>
                  <a:gd name="T85" fmla="*/ 321 h 506"/>
                  <a:gd name="T86" fmla="*/ 299 w 485"/>
                  <a:gd name="T87" fmla="*/ 427 h 506"/>
                  <a:gd name="T88" fmla="*/ 246 w 485"/>
                  <a:gd name="T89" fmla="*/ 437 h 506"/>
                  <a:gd name="T90" fmla="*/ 219 w 485"/>
                  <a:gd name="T91" fmla="*/ 426 h 506"/>
                  <a:gd name="T92" fmla="*/ 254 w 485"/>
                  <a:gd name="T93" fmla="*/ 335 h 506"/>
                  <a:gd name="T94" fmla="*/ 260 w 485"/>
                  <a:gd name="T95" fmla="*/ 370 h 506"/>
                  <a:gd name="T96" fmla="*/ 280 w 485"/>
                  <a:gd name="T97" fmla="*/ 393 h 506"/>
                  <a:gd name="T98" fmla="*/ 312 w 485"/>
                  <a:gd name="T99" fmla="*/ 393 h 506"/>
                  <a:gd name="T100" fmla="*/ 298 w 485"/>
                  <a:gd name="T101" fmla="*/ 321 h 506"/>
                  <a:gd name="T102" fmla="*/ 351 w 485"/>
                  <a:gd name="T103" fmla="*/ 313 h 506"/>
                  <a:gd name="T104" fmla="*/ 358 w 485"/>
                  <a:gd name="T105" fmla="*/ 242 h 506"/>
                  <a:gd name="T106" fmla="*/ 298 w 485"/>
                  <a:gd name="T107" fmla="*/ 258 h 506"/>
                  <a:gd name="T108" fmla="*/ 305 w 485"/>
                  <a:gd name="T109" fmla="*/ 224 h 506"/>
                  <a:gd name="T110" fmla="*/ 341 w 485"/>
                  <a:gd name="T111" fmla="*/ 213 h 506"/>
                  <a:gd name="T112" fmla="*/ 358 w 485"/>
                  <a:gd name="T113" fmla="*/ 242 h 5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</a:cxnLst>
                <a:rect l="0" t="0" r="r" b="b"/>
                <a:pathLst>
                  <a:path w="485" h="506">
                    <a:moveTo>
                      <a:pt x="456" y="250"/>
                    </a:moveTo>
                    <a:cubicBezTo>
                      <a:pt x="445" y="250"/>
                      <a:pt x="445" y="250"/>
                      <a:pt x="445" y="250"/>
                    </a:cubicBezTo>
                    <a:cubicBezTo>
                      <a:pt x="431" y="250"/>
                      <a:pt x="423" y="255"/>
                      <a:pt x="411" y="255"/>
                    </a:cubicBezTo>
                    <a:cubicBezTo>
                      <a:pt x="407" y="255"/>
                      <a:pt x="407" y="255"/>
                      <a:pt x="407" y="255"/>
                    </a:cubicBezTo>
                    <a:cubicBezTo>
                      <a:pt x="404" y="255"/>
                      <a:pt x="404" y="256"/>
                      <a:pt x="402" y="257"/>
                    </a:cubicBezTo>
                    <a:cubicBezTo>
                      <a:pt x="394" y="250"/>
                      <a:pt x="394" y="250"/>
                      <a:pt x="394" y="250"/>
                    </a:cubicBezTo>
                    <a:cubicBezTo>
                      <a:pt x="395" y="216"/>
                      <a:pt x="395" y="216"/>
                      <a:pt x="395" y="216"/>
                    </a:cubicBezTo>
                    <a:cubicBezTo>
                      <a:pt x="397" y="193"/>
                      <a:pt x="384" y="180"/>
                      <a:pt x="371" y="171"/>
                    </a:cubicBezTo>
                    <a:cubicBezTo>
                      <a:pt x="353" y="157"/>
                      <a:pt x="322" y="173"/>
                      <a:pt x="322" y="162"/>
                    </a:cubicBezTo>
                    <a:cubicBezTo>
                      <a:pt x="322" y="158"/>
                      <a:pt x="322" y="158"/>
                      <a:pt x="322" y="158"/>
                    </a:cubicBezTo>
                    <a:cubicBezTo>
                      <a:pt x="322" y="154"/>
                      <a:pt x="351" y="115"/>
                      <a:pt x="355" y="108"/>
                    </a:cubicBezTo>
                    <a:cubicBezTo>
                      <a:pt x="361" y="97"/>
                      <a:pt x="366" y="93"/>
                      <a:pt x="359" y="78"/>
                    </a:cubicBezTo>
                    <a:cubicBezTo>
                      <a:pt x="356" y="71"/>
                      <a:pt x="342" y="63"/>
                      <a:pt x="332" y="63"/>
                    </a:cubicBezTo>
                    <a:cubicBezTo>
                      <a:pt x="320" y="63"/>
                      <a:pt x="293" y="87"/>
                      <a:pt x="281" y="94"/>
                    </a:cubicBezTo>
                    <a:cubicBezTo>
                      <a:pt x="265" y="103"/>
                      <a:pt x="247" y="116"/>
                      <a:pt x="227" y="121"/>
                    </a:cubicBezTo>
                    <a:cubicBezTo>
                      <a:pt x="224" y="119"/>
                      <a:pt x="224" y="119"/>
                      <a:pt x="224" y="119"/>
                    </a:cubicBezTo>
                    <a:cubicBezTo>
                      <a:pt x="223" y="114"/>
                      <a:pt x="222" y="116"/>
                      <a:pt x="222" y="112"/>
                    </a:cubicBezTo>
                    <a:cubicBezTo>
                      <a:pt x="222" y="103"/>
                      <a:pt x="241" y="74"/>
                      <a:pt x="246" y="66"/>
                    </a:cubicBezTo>
                    <a:cubicBezTo>
                      <a:pt x="250" y="60"/>
                      <a:pt x="254" y="50"/>
                      <a:pt x="257" y="42"/>
                    </a:cubicBezTo>
                    <a:cubicBezTo>
                      <a:pt x="262" y="30"/>
                      <a:pt x="259" y="24"/>
                      <a:pt x="261" y="16"/>
                    </a:cubicBezTo>
                    <a:cubicBezTo>
                      <a:pt x="255" y="11"/>
                      <a:pt x="252" y="0"/>
                      <a:pt x="236" y="0"/>
                    </a:cubicBezTo>
                    <a:cubicBezTo>
                      <a:pt x="222" y="0"/>
                      <a:pt x="189" y="56"/>
                      <a:pt x="182" y="69"/>
                    </a:cubicBezTo>
                    <a:cubicBezTo>
                      <a:pt x="172" y="88"/>
                      <a:pt x="151" y="134"/>
                      <a:pt x="151" y="160"/>
                    </a:cubicBezTo>
                    <a:cubicBezTo>
                      <a:pt x="151" y="165"/>
                      <a:pt x="151" y="165"/>
                      <a:pt x="151" y="165"/>
                    </a:cubicBezTo>
                    <a:cubicBezTo>
                      <a:pt x="151" y="181"/>
                      <a:pt x="173" y="197"/>
                      <a:pt x="190" y="197"/>
                    </a:cubicBezTo>
                    <a:cubicBezTo>
                      <a:pt x="214" y="197"/>
                      <a:pt x="219" y="172"/>
                      <a:pt x="236" y="172"/>
                    </a:cubicBezTo>
                    <a:cubicBezTo>
                      <a:pt x="239" y="172"/>
                      <a:pt x="239" y="172"/>
                      <a:pt x="239" y="172"/>
                    </a:cubicBezTo>
                    <a:cubicBezTo>
                      <a:pt x="242" y="172"/>
                      <a:pt x="246" y="175"/>
                      <a:pt x="246" y="177"/>
                    </a:cubicBezTo>
                    <a:cubicBezTo>
                      <a:pt x="246" y="183"/>
                      <a:pt x="223" y="219"/>
                      <a:pt x="218" y="226"/>
                    </a:cubicBezTo>
                    <a:cubicBezTo>
                      <a:pt x="210" y="239"/>
                      <a:pt x="200" y="261"/>
                      <a:pt x="195" y="277"/>
                    </a:cubicBezTo>
                    <a:cubicBezTo>
                      <a:pt x="191" y="288"/>
                      <a:pt x="179" y="325"/>
                      <a:pt x="171" y="330"/>
                    </a:cubicBezTo>
                    <a:cubicBezTo>
                      <a:pt x="164" y="334"/>
                      <a:pt x="149" y="337"/>
                      <a:pt x="146" y="339"/>
                    </a:cubicBezTo>
                    <a:cubicBezTo>
                      <a:pt x="137" y="345"/>
                      <a:pt x="130" y="346"/>
                      <a:pt x="118" y="349"/>
                    </a:cubicBezTo>
                    <a:cubicBezTo>
                      <a:pt x="115" y="347"/>
                      <a:pt x="112" y="347"/>
                      <a:pt x="112" y="342"/>
                    </a:cubicBezTo>
                    <a:cubicBezTo>
                      <a:pt x="112" y="335"/>
                      <a:pt x="112" y="335"/>
                      <a:pt x="112" y="335"/>
                    </a:cubicBezTo>
                    <a:cubicBezTo>
                      <a:pt x="112" y="324"/>
                      <a:pt x="116" y="315"/>
                      <a:pt x="117" y="304"/>
                    </a:cubicBezTo>
                    <a:cubicBezTo>
                      <a:pt x="112" y="303"/>
                      <a:pt x="112" y="303"/>
                      <a:pt x="112" y="303"/>
                    </a:cubicBezTo>
                    <a:cubicBezTo>
                      <a:pt x="90" y="314"/>
                      <a:pt x="85" y="413"/>
                      <a:pt x="66" y="413"/>
                    </a:cubicBezTo>
                    <a:cubicBezTo>
                      <a:pt x="61" y="413"/>
                      <a:pt x="55" y="400"/>
                      <a:pt x="53" y="393"/>
                    </a:cubicBezTo>
                    <a:cubicBezTo>
                      <a:pt x="51" y="381"/>
                      <a:pt x="52" y="378"/>
                      <a:pt x="52" y="366"/>
                    </a:cubicBezTo>
                    <a:cubicBezTo>
                      <a:pt x="52" y="342"/>
                      <a:pt x="53" y="325"/>
                      <a:pt x="56" y="310"/>
                    </a:cubicBezTo>
                    <a:cubicBezTo>
                      <a:pt x="60" y="277"/>
                      <a:pt x="71" y="240"/>
                      <a:pt x="84" y="214"/>
                    </a:cubicBezTo>
                    <a:cubicBezTo>
                      <a:pt x="80" y="206"/>
                      <a:pt x="86" y="196"/>
                      <a:pt x="71" y="196"/>
                    </a:cubicBezTo>
                    <a:cubicBezTo>
                      <a:pt x="69" y="196"/>
                      <a:pt x="69" y="196"/>
                      <a:pt x="69" y="196"/>
                    </a:cubicBezTo>
                    <a:cubicBezTo>
                      <a:pt x="47" y="196"/>
                      <a:pt x="20" y="240"/>
                      <a:pt x="14" y="257"/>
                    </a:cubicBezTo>
                    <a:cubicBezTo>
                      <a:pt x="3" y="283"/>
                      <a:pt x="0" y="328"/>
                      <a:pt x="0" y="354"/>
                    </a:cubicBezTo>
                    <a:cubicBezTo>
                      <a:pt x="0" y="364"/>
                      <a:pt x="0" y="364"/>
                      <a:pt x="0" y="364"/>
                    </a:cubicBezTo>
                    <a:cubicBezTo>
                      <a:pt x="0" y="377"/>
                      <a:pt x="0" y="377"/>
                      <a:pt x="0" y="377"/>
                    </a:cubicBezTo>
                    <a:cubicBezTo>
                      <a:pt x="0" y="379"/>
                      <a:pt x="0" y="379"/>
                      <a:pt x="0" y="379"/>
                    </a:cubicBezTo>
                    <a:cubicBezTo>
                      <a:pt x="0" y="427"/>
                      <a:pt x="10" y="502"/>
                      <a:pt x="64" y="491"/>
                    </a:cubicBezTo>
                    <a:cubicBezTo>
                      <a:pt x="71" y="490"/>
                      <a:pt x="83" y="475"/>
                      <a:pt x="87" y="468"/>
                    </a:cubicBezTo>
                    <a:cubicBezTo>
                      <a:pt x="91" y="459"/>
                      <a:pt x="95" y="443"/>
                      <a:pt x="96" y="431"/>
                    </a:cubicBezTo>
                    <a:cubicBezTo>
                      <a:pt x="97" y="421"/>
                      <a:pt x="96" y="404"/>
                      <a:pt x="98" y="391"/>
                    </a:cubicBezTo>
                    <a:cubicBezTo>
                      <a:pt x="102" y="366"/>
                      <a:pt x="105" y="383"/>
                      <a:pt x="125" y="383"/>
                    </a:cubicBezTo>
                    <a:cubicBezTo>
                      <a:pt x="138" y="383"/>
                      <a:pt x="144" y="372"/>
                      <a:pt x="159" y="372"/>
                    </a:cubicBezTo>
                    <a:cubicBezTo>
                      <a:pt x="174" y="372"/>
                      <a:pt x="163" y="406"/>
                      <a:pt x="163" y="420"/>
                    </a:cubicBezTo>
                    <a:cubicBezTo>
                      <a:pt x="163" y="427"/>
                      <a:pt x="165" y="448"/>
                      <a:pt x="167" y="453"/>
                    </a:cubicBezTo>
                    <a:cubicBezTo>
                      <a:pt x="174" y="470"/>
                      <a:pt x="176" y="463"/>
                      <a:pt x="183" y="473"/>
                    </a:cubicBezTo>
                    <a:cubicBezTo>
                      <a:pt x="187" y="471"/>
                      <a:pt x="206" y="478"/>
                      <a:pt x="215" y="479"/>
                    </a:cubicBezTo>
                    <a:cubicBezTo>
                      <a:pt x="233" y="482"/>
                      <a:pt x="235" y="476"/>
                      <a:pt x="251" y="476"/>
                    </a:cubicBezTo>
                    <a:cubicBezTo>
                      <a:pt x="261" y="476"/>
                      <a:pt x="289" y="499"/>
                      <a:pt x="293" y="505"/>
                    </a:cubicBezTo>
                    <a:cubicBezTo>
                      <a:pt x="309" y="505"/>
                      <a:pt x="318" y="506"/>
                      <a:pt x="328" y="495"/>
                    </a:cubicBezTo>
                    <a:cubicBezTo>
                      <a:pt x="333" y="489"/>
                      <a:pt x="343" y="474"/>
                      <a:pt x="348" y="467"/>
                    </a:cubicBezTo>
                    <a:cubicBezTo>
                      <a:pt x="357" y="453"/>
                      <a:pt x="392" y="433"/>
                      <a:pt x="392" y="416"/>
                    </a:cubicBezTo>
                    <a:cubicBezTo>
                      <a:pt x="392" y="413"/>
                      <a:pt x="392" y="413"/>
                      <a:pt x="392" y="413"/>
                    </a:cubicBezTo>
                    <a:cubicBezTo>
                      <a:pt x="392" y="408"/>
                      <a:pt x="391" y="410"/>
                      <a:pt x="388" y="408"/>
                    </a:cubicBezTo>
                    <a:cubicBezTo>
                      <a:pt x="391" y="401"/>
                      <a:pt x="391" y="401"/>
                      <a:pt x="391" y="401"/>
                    </a:cubicBezTo>
                    <a:cubicBezTo>
                      <a:pt x="375" y="391"/>
                      <a:pt x="373" y="374"/>
                      <a:pt x="379" y="356"/>
                    </a:cubicBezTo>
                    <a:cubicBezTo>
                      <a:pt x="383" y="343"/>
                      <a:pt x="385" y="315"/>
                      <a:pt x="390" y="305"/>
                    </a:cubicBezTo>
                    <a:cubicBezTo>
                      <a:pt x="401" y="286"/>
                      <a:pt x="485" y="308"/>
                      <a:pt x="485" y="274"/>
                    </a:cubicBezTo>
                    <a:cubicBezTo>
                      <a:pt x="485" y="269"/>
                      <a:pt x="485" y="269"/>
                      <a:pt x="485" y="269"/>
                    </a:cubicBezTo>
                    <a:cubicBezTo>
                      <a:pt x="485" y="261"/>
                      <a:pt x="465" y="250"/>
                      <a:pt x="456" y="250"/>
                    </a:cubicBezTo>
                    <a:close/>
                    <a:moveTo>
                      <a:pt x="246" y="293"/>
                    </a:moveTo>
                    <a:cubicBezTo>
                      <a:pt x="246" y="288"/>
                      <a:pt x="252" y="277"/>
                      <a:pt x="254" y="277"/>
                    </a:cubicBezTo>
                    <a:cubicBezTo>
                      <a:pt x="261" y="277"/>
                      <a:pt x="268" y="284"/>
                      <a:pt x="268" y="291"/>
                    </a:cubicBezTo>
                    <a:cubicBezTo>
                      <a:pt x="268" y="297"/>
                      <a:pt x="258" y="301"/>
                      <a:pt x="253" y="301"/>
                    </a:cubicBezTo>
                    <a:cubicBezTo>
                      <a:pt x="249" y="301"/>
                      <a:pt x="250" y="300"/>
                      <a:pt x="246" y="299"/>
                    </a:cubicBezTo>
                    <a:lnTo>
                      <a:pt x="246" y="293"/>
                    </a:lnTo>
                    <a:close/>
                    <a:moveTo>
                      <a:pt x="304" y="469"/>
                    </a:moveTo>
                    <a:cubicBezTo>
                      <a:pt x="298" y="469"/>
                      <a:pt x="298" y="469"/>
                      <a:pt x="298" y="469"/>
                    </a:cubicBezTo>
                    <a:cubicBezTo>
                      <a:pt x="293" y="469"/>
                      <a:pt x="283" y="464"/>
                      <a:pt x="281" y="459"/>
                    </a:cubicBezTo>
                    <a:cubicBezTo>
                      <a:pt x="291" y="460"/>
                      <a:pt x="285" y="462"/>
                      <a:pt x="292" y="462"/>
                    </a:cubicBezTo>
                    <a:cubicBezTo>
                      <a:pt x="293" y="462"/>
                      <a:pt x="293" y="462"/>
                      <a:pt x="293" y="462"/>
                    </a:cubicBezTo>
                    <a:cubicBezTo>
                      <a:pt x="304" y="462"/>
                      <a:pt x="304" y="462"/>
                      <a:pt x="304" y="462"/>
                    </a:cubicBezTo>
                    <a:lnTo>
                      <a:pt x="304" y="469"/>
                    </a:lnTo>
                    <a:close/>
                    <a:moveTo>
                      <a:pt x="351" y="321"/>
                    </a:moveTo>
                    <a:cubicBezTo>
                      <a:pt x="351" y="332"/>
                      <a:pt x="338" y="399"/>
                      <a:pt x="333" y="407"/>
                    </a:cubicBezTo>
                    <a:cubicBezTo>
                      <a:pt x="326" y="418"/>
                      <a:pt x="313" y="424"/>
                      <a:pt x="299" y="427"/>
                    </a:cubicBezTo>
                    <a:cubicBezTo>
                      <a:pt x="290" y="429"/>
                      <a:pt x="264" y="437"/>
                      <a:pt x="256" y="437"/>
                    </a:cubicBezTo>
                    <a:cubicBezTo>
                      <a:pt x="246" y="437"/>
                      <a:pt x="246" y="437"/>
                      <a:pt x="246" y="437"/>
                    </a:cubicBezTo>
                    <a:cubicBezTo>
                      <a:pt x="227" y="435"/>
                      <a:pt x="227" y="435"/>
                      <a:pt x="227" y="435"/>
                    </a:cubicBezTo>
                    <a:cubicBezTo>
                      <a:pt x="219" y="426"/>
                      <a:pt x="219" y="426"/>
                      <a:pt x="219" y="426"/>
                    </a:cubicBezTo>
                    <a:cubicBezTo>
                      <a:pt x="219" y="398"/>
                      <a:pt x="215" y="335"/>
                      <a:pt x="251" y="335"/>
                    </a:cubicBezTo>
                    <a:cubicBezTo>
                      <a:pt x="254" y="335"/>
                      <a:pt x="254" y="335"/>
                      <a:pt x="254" y="335"/>
                    </a:cubicBezTo>
                    <a:cubicBezTo>
                      <a:pt x="257" y="335"/>
                      <a:pt x="259" y="336"/>
                      <a:pt x="259" y="338"/>
                    </a:cubicBezTo>
                    <a:cubicBezTo>
                      <a:pt x="259" y="351"/>
                      <a:pt x="253" y="360"/>
                      <a:pt x="260" y="370"/>
                    </a:cubicBezTo>
                    <a:cubicBezTo>
                      <a:pt x="264" y="374"/>
                      <a:pt x="280" y="382"/>
                      <a:pt x="280" y="388"/>
                    </a:cubicBezTo>
                    <a:cubicBezTo>
                      <a:pt x="280" y="393"/>
                      <a:pt x="280" y="393"/>
                      <a:pt x="280" y="393"/>
                    </a:cubicBezTo>
                    <a:cubicBezTo>
                      <a:pt x="280" y="399"/>
                      <a:pt x="271" y="402"/>
                      <a:pt x="270" y="413"/>
                    </a:cubicBezTo>
                    <a:cubicBezTo>
                      <a:pt x="285" y="413"/>
                      <a:pt x="302" y="399"/>
                      <a:pt x="312" y="393"/>
                    </a:cubicBezTo>
                    <a:cubicBezTo>
                      <a:pt x="331" y="381"/>
                      <a:pt x="323" y="368"/>
                      <a:pt x="313" y="354"/>
                    </a:cubicBezTo>
                    <a:cubicBezTo>
                      <a:pt x="308" y="348"/>
                      <a:pt x="283" y="334"/>
                      <a:pt x="298" y="321"/>
                    </a:cubicBezTo>
                    <a:cubicBezTo>
                      <a:pt x="312" y="310"/>
                      <a:pt x="329" y="311"/>
                      <a:pt x="343" y="304"/>
                    </a:cubicBezTo>
                    <a:cubicBezTo>
                      <a:pt x="346" y="306"/>
                      <a:pt x="351" y="307"/>
                      <a:pt x="351" y="313"/>
                    </a:cubicBezTo>
                    <a:lnTo>
                      <a:pt x="351" y="321"/>
                    </a:lnTo>
                    <a:close/>
                    <a:moveTo>
                      <a:pt x="358" y="242"/>
                    </a:moveTo>
                    <a:cubicBezTo>
                      <a:pt x="358" y="269"/>
                      <a:pt x="347" y="279"/>
                      <a:pt x="324" y="279"/>
                    </a:cubicBezTo>
                    <a:cubicBezTo>
                      <a:pt x="318" y="279"/>
                      <a:pt x="302" y="262"/>
                      <a:pt x="298" y="258"/>
                    </a:cubicBezTo>
                    <a:cubicBezTo>
                      <a:pt x="291" y="251"/>
                      <a:pt x="271" y="248"/>
                      <a:pt x="271" y="238"/>
                    </a:cubicBezTo>
                    <a:cubicBezTo>
                      <a:pt x="271" y="231"/>
                      <a:pt x="298" y="227"/>
                      <a:pt x="305" y="224"/>
                    </a:cubicBezTo>
                    <a:cubicBezTo>
                      <a:pt x="311" y="222"/>
                      <a:pt x="336" y="213"/>
                      <a:pt x="339" y="213"/>
                    </a:cubicBezTo>
                    <a:cubicBezTo>
                      <a:pt x="341" y="213"/>
                      <a:pt x="341" y="213"/>
                      <a:pt x="341" y="213"/>
                    </a:cubicBezTo>
                    <a:cubicBezTo>
                      <a:pt x="354" y="213"/>
                      <a:pt x="358" y="219"/>
                      <a:pt x="358" y="231"/>
                    </a:cubicBezTo>
                    <a:lnTo>
                      <a:pt x="358" y="24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8" name="îṩļïdê"/>
              <p:cNvSpPr/>
              <p:nvPr/>
            </p:nvSpPr>
            <p:spPr bwMode="auto">
              <a:xfrm>
                <a:off x="10015538" y="2327275"/>
                <a:ext cx="227013" cy="392113"/>
              </a:xfrm>
              <a:custGeom>
                <a:avLst/>
                <a:gdLst>
                  <a:gd name="T0" fmla="*/ 43 w 69"/>
                  <a:gd name="T1" fmla="*/ 119 h 119"/>
                  <a:gd name="T2" fmla="*/ 66 w 69"/>
                  <a:gd name="T3" fmla="*/ 95 h 119"/>
                  <a:gd name="T4" fmla="*/ 66 w 69"/>
                  <a:gd name="T5" fmla="*/ 90 h 119"/>
                  <a:gd name="T6" fmla="*/ 59 w 69"/>
                  <a:gd name="T7" fmla="*/ 47 h 119"/>
                  <a:gd name="T8" fmla="*/ 60 w 69"/>
                  <a:gd name="T9" fmla="*/ 26 h 119"/>
                  <a:gd name="T10" fmla="*/ 63 w 69"/>
                  <a:gd name="T11" fmla="*/ 7 h 119"/>
                  <a:gd name="T12" fmla="*/ 51 w 69"/>
                  <a:gd name="T13" fmla="*/ 14 h 119"/>
                  <a:gd name="T14" fmla="*/ 48 w 69"/>
                  <a:gd name="T15" fmla="*/ 14 h 119"/>
                  <a:gd name="T16" fmla="*/ 16 w 69"/>
                  <a:gd name="T17" fmla="*/ 0 h 119"/>
                  <a:gd name="T18" fmla="*/ 0 w 69"/>
                  <a:gd name="T19" fmla="*/ 26 h 119"/>
                  <a:gd name="T20" fmla="*/ 0 w 69"/>
                  <a:gd name="T21" fmla="*/ 29 h 119"/>
                  <a:gd name="T22" fmla="*/ 43 w 69"/>
                  <a:gd name="T23" fmla="*/ 119 h 1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9" h="119">
                    <a:moveTo>
                      <a:pt x="43" y="119"/>
                    </a:moveTo>
                    <a:cubicBezTo>
                      <a:pt x="57" y="119"/>
                      <a:pt x="66" y="109"/>
                      <a:pt x="66" y="95"/>
                    </a:cubicBezTo>
                    <a:cubicBezTo>
                      <a:pt x="66" y="90"/>
                      <a:pt x="66" y="90"/>
                      <a:pt x="66" y="90"/>
                    </a:cubicBezTo>
                    <a:cubicBezTo>
                      <a:pt x="66" y="72"/>
                      <a:pt x="59" y="64"/>
                      <a:pt x="59" y="47"/>
                    </a:cubicBezTo>
                    <a:cubicBezTo>
                      <a:pt x="59" y="39"/>
                      <a:pt x="58" y="36"/>
                      <a:pt x="60" y="26"/>
                    </a:cubicBezTo>
                    <a:cubicBezTo>
                      <a:pt x="62" y="20"/>
                      <a:pt x="69" y="7"/>
                      <a:pt x="63" y="7"/>
                    </a:cubicBezTo>
                    <a:cubicBezTo>
                      <a:pt x="56" y="7"/>
                      <a:pt x="58" y="14"/>
                      <a:pt x="51" y="14"/>
                    </a:cubicBezTo>
                    <a:cubicBezTo>
                      <a:pt x="48" y="14"/>
                      <a:pt x="48" y="14"/>
                      <a:pt x="48" y="14"/>
                    </a:cubicBezTo>
                    <a:cubicBezTo>
                      <a:pt x="35" y="14"/>
                      <a:pt x="32" y="0"/>
                      <a:pt x="16" y="0"/>
                    </a:cubicBezTo>
                    <a:cubicBezTo>
                      <a:pt x="5" y="0"/>
                      <a:pt x="0" y="14"/>
                      <a:pt x="0" y="26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67"/>
                      <a:pt x="6" y="119"/>
                      <a:pt x="43" y="11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9" name="ï$ḷiḓè"/>
              <p:cNvSpPr/>
              <p:nvPr/>
            </p:nvSpPr>
            <p:spPr bwMode="auto">
              <a:xfrm>
                <a:off x="10044113" y="2787650"/>
                <a:ext cx="1147763" cy="1052513"/>
              </a:xfrm>
              <a:custGeom>
                <a:avLst/>
                <a:gdLst>
                  <a:gd name="T0" fmla="*/ 229 w 348"/>
                  <a:gd name="T1" fmla="*/ 116 h 319"/>
                  <a:gd name="T2" fmla="*/ 202 w 348"/>
                  <a:gd name="T3" fmla="*/ 98 h 319"/>
                  <a:gd name="T4" fmla="*/ 208 w 348"/>
                  <a:gd name="T5" fmla="*/ 81 h 319"/>
                  <a:gd name="T6" fmla="*/ 219 w 348"/>
                  <a:gd name="T7" fmla="*/ 71 h 319"/>
                  <a:gd name="T8" fmla="*/ 232 w 348"/>
                  <a:gd name="T9" fmla="*/ 40 h 319"/>
                  <a:gd name="T10" fmla="*/ 232 w 348"/>
                  <a:gd name="T11" fmla="*/ 35 h 319"/>
                  <a:gd name="T12" fmla="*/ 211 w 348"/>
                  <a:gd name="T13" fmla="*/ 7 h 319"/>
                  <a:gd name="T14" fmla="*/ 173 w 348"/>
                  <a:gd name="T15" fmla="*/ 4 h 319"/>
                  <a:gd name="T16" fmla="*/ 119 w 348"/>
                  <a:gd name="T17" fmla="*/ 32 h 319"/>
                  <a:gd name="T18" fmla="*/ 136 w 348"/>
                  <a:gd name="T19" fmla="*/ 47 h 319"/>
                  <a:gd name="T20" fmla="*/ 149 w 348"/>
                  <a:gd name="T21" fmla="*/ 47 h 319"/>
                  <a:gd name="T22" fmla="*/ 178 w 348"/>
                  <a:gd name="T23" fmla="*/ 45 h 319"/>
                  <a:gd name="T24" fmla="*/ 181 w 348"/>
                  <a:gd name="T25" fmla="*/ 50 h 319"/>
                  <a:gd name="T26" fmla="*/ 154 w 348"/>
                  <a:gd name="T27" fmla="*/ 93 h 319"/>
                  <a:gd name="T28" fmla="*/ 154 w 348"/>
                  <a:gd name="T29" fmla="*/ 96 h 319"/>
                  <a:gd name="T30" fmla="*/ 171 w 348"/>
                  <a:gd name="T31" fmla="*/ 123 h 319"/>
                  <a:gd name="T32" fmla="*/ 129 w 348"/>
                  <a:gd name="T33" fmla="*/ 140 h 319"/>
                  <a:gd name="T34" fmla="*/ 85 w 348"/>
                  <a:gd name="T35" fmla="*/ 156 h 319"/>
                  <a:gd name="T36" fmla="*/ 43 w 348"/>
                  <a:gd name="T37" fmla="*/ 173 h 319"/>
                  <a:gd name="T38" fmla="*/ 0 w 348"/>
                  <a:gd name="T39" fmla="*/ 190 h 319"/>
                  <a:gd name="T40" fmla="*/ 2 w 348"/>
                  <a:gd name="T41" fmla="*/ 198 h 319"/>
                  <a:gd name="T42" fmla="*/ 59 w 348"/>
                  <a:gd name="T43" fmla="*/ 212 h 319"/>
                  <a:gd name="T44" fmla="*/ 178 w 348"/>
                  <a:gd name="T45" fmla="*/ 171 h 319"/>
                  <a:gd name="T46" fmla="*/ 185 w 348"/>
                  <a:gd name="T47" fmla="*/ 176 h 319"/>
                  <a:gd name="T48" fmla="*/ 183 w 348"/>
                  <a:gd name="T49" fmla="*/ 181 h 319"/>
                  <a:gd name="T50" fmla="*/ 189 w 348"/>
                  <a:gd name="T51" fmla="*/ 186 h 319"/>
                  <a:gd name="T52" fmla="*/ 159 w 348"/>
                  <a:gd name="T53" fmla="*/ 268 h 319"/>
                  <a:gd name="T54" fmla="*/ 111 w 348"/>
                  <a:gd name="T55" fmla="*/ 257 h 319"/>
                  <a:gd name="T56" fmla="*/ 110 w 348"/>
                  <a:gd name="T57" fmla="*/ 259 h 319"/>
                  <a:gd name="T58" fmla="*/ 134 w 348"/>
                  <a:gd name="T59" fmla="*/ 291 h 319"/>
                  <a:gd name="T60" fmla="*/ 163 w 348"/>
                  <a:gd name="T61" fmla="*/ 319 h 319"/>
                  <a:gd name="T62" fmla="*/ 209 w 348"/>
                  <a:gd name="T63" fmla="*/ 280 h 319"/>
                  <a:gd name="T64" fmla="*/ 226 w 348"/>
                  <a:gd name="T65" fmla="*/ 208 h 319"/>
                  <a:gd name="T66" fmla="*/ 226 w 348"/>
                  <a:gd name="T67" fmla="*/ 203 h 319"/>
                  <a:gd name="T68" fmla="*/ 239 w 348"/>
                  <a:gd name="T69" fmla="*/ 157 h 319"/>
                  <a:gd name="T70" fmla="*/ 294 w 348"/>
                  <a:gd name="T71" fmla="*/ 156 h 319"/>
                  <a:gd name="T72" fmla="*/ 307 w 348"/>
                  <a:gd name="T73" fmla="*/ 156 h 319"/>
                  <a:gd name="T74" fmla="*/ 348 w 348"/>
                  <a:gd name="T75" fmla="*/ 132 h 319"/>
                  <a:gd name="T76" fmla="*/ 229 w 348"/>
                  <a:gd name="T77" fmla="*/ 116 h 3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</a:cxnLst>
                <a:rect l="0" t="0" r="r" b="b"/>
                <a:pathLst>
                  <a:path w="348" h="319">
                    <a:moveTo>
                      <a:pt x="229" y="116"/>
                    </a:moveTo>
                    <a:cubicBezTo>
                      <a:pt x="216" y="116"/>
                      <a:pt x="208" y="105"/>
                      <a:pt x="202" y="98"/>
                    </a:cubicBezTo>
                    <a:cubicBezTo>
                      <a:pt x="204" y="92"/>
                      <a:pt x="203" y="87"/>
                      <a:pt x="208" y="81"/>
                    </a:cubicBezTo>
                    <a:cubicBezTo>
                      <a:pt x="210" y="79"/>
                      <a:pt x="215" y="75"/>
                      <a:pt x="219" y="71"/>
                    </a:cubicBezTo>
                    <a:cubicBezTo>
                      <a:pt x="227" y="62"/>
                      <a:pt x="232" y="57"/>
                      <a:pt x="232" y="40"/>
                    </a:cubicBezTo>
                    <a:cubicBezTo>
                      <a:pt x="232" y="35"/>
                      <a:pt x="232" y="35"/>
                      <a:pt x="232" y="35"/>
                    </a:cubicBezTo>
                    <a:cubicBezTo>
                      <a:pt x="232" y="24"/>
                      <a:pt x="219" y="11"/>
                      <a:pt x="211" y="7"/>
                    </a:cubicBezTo>
                    <a:cubicBezTo>
                      <a:pt x="195" y="0"/>
                      <a:pt x="189" y="4"/>
                      <a:pt x="173" y="4"/>
                    </a:cubicBezTo>
                    <a:cubicBezTo>
                      <a:pt x="153" y="17"/>
                      <a:pt x="132" y="6"/>
                      <a:pt x="119" y="32"/>
                    </a:cubicBezTo>
                    <a:cubicBezTo>
                      <a:pt x="122" y="39"/>
                      <a:pt x="124" y="47"/>
                      <a:pt x="136" y="47"/>
                    </a:cubicBezTo>
                    <a:cubicBezTo>
                      <a:pt x="149" y="47"/>
                      <a:pt x="149" y="47"/>
                      <a:pt x="149" y="47"/>
                    </a:cubicBezTo>
                    <a:cubicBezTo>
                      <a:pt x="178" y="45"/>
                      <a:pt x="178" y="45"/>
                      <a:pt x="178" y="45"/>
                    </a:cubicBezTo>
                    <a:cubicBezTo>
                      <a:pt x="179" y="47"/>
                      <a:pt x="181" y="49"/>
                      <a:pt x="181" y="50"/>
                    </a:cubicBezTo>
                    <a:cubicBezTo>
                      <a:pt x="181" y="63"/>
                      <a:pt x="154" y="73"/>
                      <a:pt x="154" y="93"/>
                    </a:cubicBezTo>
                    <a:cubicBezTo>
                      <a:pt x="154" y="96"/>
                      <a:pt x="154" y="96"/>
                      <a:pt x="154" y="96"/>
                    </a:cubicBezTo>
                    <a:cubicBezTo>
                      <a:pt x="154" y="107"/>
                      <a:pt x="166" y="113"/>
                      <a:pt x="171" y="123"/>
                    </a:cubicBezTo>
                    <a:cubicBezTo>
                      <a:pt x="164" y="134"/>
                      <a:pt x="143" y="136"/>
                      <a:pt x="129" y="140"/>
                    </a:cubicBezTo>
                    <a:cubicBezTo>
                      <a:pt x="115" y="145"/>
                      <a:pt x="100" y="151"/>
                      <a:pt x="85" y="156"/>
                    </a:cubicBezTo>
                    <a:cubicBezTo>
                      <a:pt x="73" y="161"/>
                      <a:pt x="57" y="168"/>
                      <a:pt x="43" y="173"/>
                    </a:cubicBezTo>
                    <a:cubicBezTo>
                      <a:pt x="29" y="179"/>
                      <a:pt x="6" y="180"/>
                      <a:pt x="0" y="190"/>
                    </a:cubicBezTo>
                    <a:cubicBezTo>
                      <a:pt x="2" y="198"/>
                      <a:pt x="2" y="198"/>
                      <a:pt x="2" y="198"/>
                    </a:cubicBezTo>
                    <a:cubicBezTo>
                      <a:pt x="32" y="214"/>
                      <a:pt x="17" y="212"/>
                      <a:pt x="59" y="212"/>
                    </a:cubicBezTo>
                    <a:cubicBezTo>
                      <a:pt x="68" y="206"/>
                      <a:pt x="163" y="172"/>
                      <a:pt x="178" y="171"/>
                    </a:cubicBezTo>
                    <a:cubicBezTo>
                      <a:pt x="185" y="176"/>
                      <a:pt x="185" y="176"/>
                      <a:pt x="185" y="176"/>
                    </a:cubicBezTo>
                    <a:cubicBezTo>
                      <a:pt x="183" y="181"/>
                      <a:pt x="183" y="181"/>
                      <a:pt x="183" y="181"/>
                    </a:cubicBezTo>
                    <a:cubicBezTo>
                      <a:pt x="189" y="186"/>
                      <a:pt x="189" y="186"/>
                      <a:pt x="189" y="186"/>
                    </a:cubicBezTo>
                    <a:cubicBezTo>
                      <a:pt x="188" y="234"/>
                      <a:pt x="189" y="242"/>
                      <a:pt x="159" y="268"/>
                    </a:cubicBezTo>
                    <a:cubicBezTo>
                      <a:pt x="111" y="257"/>
                      <a:pt x="111" y="257"/>
                      <a:pt x="111" y="257"/>
                    </a:cubicBezTo>
                    <a:cubicBezTo>
                      <a:pt x="110" y="259"/>
                      <a:pt x="110" y="259"/>
                      <a:pt x="110" y="259"/>
                    </a:cubicBezTo>
                    <a:cubicBezTo>
                      <a:pt x="111" y="270"/>
                      <a:pt x="129" y="280"/>
                      <a:pt x="134" y="291"/>
                    </a:cubicBezTo>
                    <a:cubicBezTo>
                      <a:pt x="140" y="304"/>
                      <a:pt x="144" y="319"/>
                      <a:pt x="163" y="319"/>
                    </a:cubicBezTo>
                    <a:cubicBezTo>
                      <a:pt x="185" y="319"/>
                      <a:pt x="201" y="300"/>
                      <a:pt x="209" y="280"/>
                    </a:cubicBezTo>
                    <a:cubicBezTo>
                      <a:pt x="214" y="269"/>
                      <a:pt x="226" y="223"/>
                      <a:pt x="226" y="208"/>
                    </a:cubicBezTo>
                    <a:cubicBezTo>
                      <a:pt x="226" y="203"/>
                      <a:pt x="226" y="203"/>
                      <a:pt x="226" y="203"/>
                    </a:cubicBezTo>
                    <a:cubicBezTo>
                      <a:pt x="226" y="184"/>
                      <a:pt x="218" y="164"/>
                      <a:pt x="239" y="157"/>
                    </a:cubicBezTo>
                    <a:cubicBezTo>
                      <a:pt x="253" y="152"/>
                      <a:pt x="282" y="156"/>
                      <a:pt x="294" y="156"/>
                    </a:cubicBezTo>
                    <a:cubicBezTo>
                      <a:pt x="307" y="156"/>
                      <a:pt x="307" y="156"/>
                      <a:pt x="307" y="156"/>
                    </a:cubicBezTo>
                    <a:cubicBezTo>
                      <a:pt x="326" y="156"/>
                      <a:pt x="348" y="149"/>
                      <a:pt x="348" y="132"/>
                    </a:cubicBezTo>
                    <a:cubicBezTo>
                      <a:pt x="348" y="93"/>
                      <a:pt x="259" y="116"/>
                      <a:pt x="229" y="1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0" name="ïšḷîďé"/>
              <p:cNvSpPr/>
              <p:nvPr/>
            </p:nvSpPr>
            <p:spPr bwMode="auto">
              <a:xfrm>
                <a:off x="9875838" y="2765425"/>
                <a:ext cx="177800" cy="428625"/>
              </a:xfrm>
              <a:custGeom>
                <a:avLst/>
                <a:gdLst>
                  <a:gd name="T0" fmla="*/ 54 w 54"/>
                  <a:gd name="T1" fmla="*/ 96 h 130"/>
                  <a:gd name="T2" fmla="*/ 47 w 54"/>
                  <a:gd name="T3" fmla="*/ 62 h 130"/>
                  <a:gd name="T4" fmla="*/ 50 w 54"/>
                  <a:gd name="T5" fmla="*/ 30 h 130"/>
                  <a:gd name="T6" fmla="*/ 47 w 54"/>
                  <a:gd name="T7" fmla="*/ 0 h 130"/>
                  <a:gd name="T8" fmla="*/ 39 w 54"/>
                  <a:gd name="T9" fmla="*/ 0 h 130"/>
                  <a:gd name="T10" fmla="*/ 14 w 54"/>
                  <a:gd name="T11" fmla="*/ 36 h 130"/>
                  <a:gd name="T12" fmla="*/ 0 w 54"/>
                  <a:gd name="T13" fmla="*/ 84 h 130"/>
                  <a:gd name="T14" fmla="*/ 0 w 54"/>
                  <a:gd name="T15" fmla="*/ 103 h 130"/>
                  <a:gd name="T16" fmla="*/ 25 w 54"/>
                  <a:gd name="T17" fmla="*/ 130 h 130"/>
                  <a:gd name="T18" fmla="*/ 27 w 54"/>
                  <a:gd name="T19" fmla="*/ 130 h 130"/>
                  <a:gd name="T20" fmla="*/ 54 w 54"/>
                  <a:gd name="T21" fmla="*/ 105 h 130"/>
                  <a:gd name="T22" fmla="*/ 54 w 54"/>
                  <a:gd name="T23" fmla="*/ 96 h 1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4" h="130">
                    <a:moveTo>
                      <a:pt x="54" y="96"/>
                    </a:moveTo>
                    <a:cubicBezTo>
                      <a:pt x="54" y="81"/>
                      <a:pt x="47" y="78"/>
                      <a:pt x="47" y="62"/>
                    </a:cubicBezTo>
                    <a:cubicBezTo>
                      <a:pt x="47" y="50"/>
                      <a:pt x="53" y="41"/>
                      <a:pt x="50" y="30"/>
                    </a:cubicBezTo>
                    <a:cubicBezTo>
                      <a:pt x="49" y="23"/>
                      <a:pt x="50" y="13"/>
                      <a:pt x="47" y="0"/>
                    </a:cubicBezTo>
                    <a:cubicBezTo>
                      <a:pt x="39" y="0"/>
                      <a:pt x="39" y="0"/>
                      <a:pt x="39" y="0"/>
                    </a:cubicBezTo>
                    <a:cubicBezTo>
                      <a:pt x="38" y="3"/>
                      <a:pt x="20" y="23"/>
                      <a:pt x="14" y="36"/>
                    </a:cubicBezTo>
                    <a:cubicBezTo>
                      <a:pt x="9" y="49"/>
                      <a:pt x="0" y="68"/>
                      <a:pt x="0" y="84"/>
                    </a:cubicBezTo>
                    <a:cubicBezTo>
                      <a:pt x="0" y="103"/>
                      <a:pt x="0" y="103"/>
                      <a:pt x="0" y="103"/>
                    </a:cubicBezTo>
                    <a:cubicBezTo>
                      <a:pt x="0" y="117"/>
                      <a:pt x="13" y="130"/>
                      <a:pt x="25" y="130"/>
                    </a:cubicBezTo>
                    <a:cubicBezTo>
                      <a:pt x="27" y="130"/>
                      <a:pt x="27" y="130"/>
                      <a:pt x="27" y="130"/>
                    </a:cubicBezTo>
                    <a:cubicBezTo>
                      <a:pt x="46" y="130"/>
                      <a:pt x="54" y="124"/>
                      <a:pt x="54" y="105"/>
                    </a:cubicBezTo>
                    <a:lnTo>
                      <a:pt x="54" y="9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51" name="íŝ1îḋê"/>
              <p:cNvSpPr/>
              <p:nvPr/>
            </p:nvSpPr>
            <p:spPr bwMode="auto">
              <a:xfrm>
                <a:off x="10061575" y="2484438"/>
                <a:ext cx="1100138" cy="425450"/>
              </a:xfrm>
              <a:custGeom>
                <a:avLst/>
                <a:gdLst>
                  <a:gd name="T0" fmla="*/ 177 w 334"/>
                  <a:gd name="T1" fmla="*/ 22 h 129"/>
                  <a:gd name="T2" fmla="*/ 111 w 334"/>
                  <a:gd name="T3" fmla="*/ 48 h 129"/>
                  <a:gd name="T4" fmla="*/ 0 w 334"/>
                  <a:gd name="T5" fmla="*/ 120 h 129"/>
                  <a:gd name="T6" fmla="*/ 15 w 334"/>
                  <a:gd name="T7" fmla="*/ 129 h 129"/>
                  <a:gd name="T8" fmla="*/ 27 w 334"/>
                  <a:gd name="T9" fmla="*/ 129 h 129"/>
                  <a:gd name="T10" fmla="*/ 79 w 334"/>
                  <a:gd name="T11" fmla="*/ 101 h 129"/>
                  <a:gd name="T12" fmla="*/ 133 w 334"/>
                  <a:gd name="T13" fmla="*/ 74 h 129"/>
                  <a:gd name="T14" fmla="*/ 255 w 334"/>
                  <a:gd name="T15" fmla="*/ 32 h 129"/>
                  <a:gd name="T16" fmla="*/ 258 w 334"/>
                  <a:gd name="T17" fmla="*/ 32 h 129"/>
                  <a:gd name="T18" fmla="*/ 272 w 334"/>
                  <a:gd name="T19" fmla="*/ 39 h 129"/>
                  <a:gd name="T20" fmla="*/ 239 w 334"/>
                  <a:gd name="T21" fmla="*/ 83 h 129"/>
                  <a:gd name="T22" fmla="*/ 286 w 334"/>
                  <a:gd name="T23" fmla="*/ 73 h 129"/>
                  <a:gd name="T24" fmla="*/ 320 w 334"/>
                  <a:gd name="T25" fmla="*/ 50 h 129"/>
                  <a:gd name="T26" fmla="*/ 260 w 334"/>
                  <a:gd name="T27" fmla="*/ 0 h 129"/>
                  <a:gd name="T28" fmla="*/ 258 w 334"/>
                  <a:gd name="T29" fmla="*/ 0 h 129"/>
                  <a:gd name="T30" fmla="*/ 246 w 334"/>
                  <a:gd name="T31" fmla="*/ 0 h 129"/>
                  <a:gd name="T32" fmla="*/ 211 w 334"/>
                  <a:gd name="T33" fmla="*/ 10 h 129"/>
                  <a:gd name="T34" fmla="*/ 177 w 334"/>
                  <a:gd name="T35" fmla="*/ 22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334" h="129">
                    <a:moveTo>
                      <a:pt x="177" y="22"/>
                    </a:moveTo>
                    <a:cubicBezTo>
                      <a:pt x="157" y="28"/>
                      <a:pt x="129" y="39"/>
                      <a:pt x="111" y="48"/>
                    </a:cubicBezTo>
                    <a:cubicBezTo>
                      <a:pt x="85" y="61"/>
                      <a:pt x="11" y="99"/>
                      <a:pt x="0" y="120"/>
                    </a:cubicBezTo>
                    <a:cubicBezTo>
                      <a:pt x="3" y="124"/>
                      <a:pt x="8" y="129"/>
                      <a:pt x="15" y="129"/>
                    </a:cubicBezTo>
                    <a:cubicBezTo>
                      <a:pt x="27" y="129"/>
                      <a:pt x="27" y="129"/>
                      <a:pt x="27" y="129"/>
                    </a:cubicBezTo>
                    <a:cubicBezTo>
                      <a:pt x="50" y="129"/>
                      <a:pt x="65" y="111"/>
                      <a:pt x="79" y="101"/>
                    </a:cubicBezTo>
                    <a:cubicBezTo>
                      <a:pt x="96" y="90"/>
                      <a:pt x="113" y="81"/>
                      <a:pt x="133" y="74"/>
                    </a:cubicBezTo>
                    <a:cubicBezTo>
                      <a:pt x="165" y="61"/>
                      <a:pt x="214" y="32"/>
                      <a:pt x="255" y="32"/>
                    </a:cubicBezTo>
                    <a:cubicBezTo>
                      <a:pt x="258" y="32"/>
                      <a:pt x="258" y="32"/>
                      <a:pt x="258" y="32"/>
                    </a:cubicBezTo>
                    <a:cubicBezTo>
                      <a:pt x="264" y="32"/>
                      <a:pt x="272" y="33"/>
                      <a:pt x="272" y="39"/>
                    </a:cubicBezTo>
                    <a:cubicBezTo>
                      <a:pt x="272" y="51"/>
                      <a:pt x="222" y="83"/>
                      <a:pt x="239" y="83"/>
                    </a:cubicBezTo>
                    <a:cubicBezTo>
                      <a:pt x="259" y="83"/>
                      <a:pt x="269" y="77"/>
                      <a:pt x="286" y="73"/>
                    </a:cubicBezTo>
                    <a:cubicBezTo>
                      <a:pt x="303" y="70"/>
                      <a:pt x="315" y="65"/>
                      <a:pt x="320" y="50"/>
                    </a:cubicBezTo>
                    <a:cubicBezTo>
                      <a:pt x="334" y="12"/>
                      <a:pt x="294" y="0"/>
                      <a:pt x="260" y="0"/>
                    </a:cubicBezTo>
                    <a:cubicBezTo>
                      <a:pt x="258" y="0"/>
                      <a:pt x="258" y="0"/>
                      <a:pt x="258" y="0"/>
                    </a:cubicBezTo>
                    <a:cubicBezTo>
                      <a:pt x="246" y="0"/>
                      <a:pt x="246" y="0"/>
                      <a:pt x="246" y="0"/>
                    </a:cubicBezTo>
                    <a:cubicBezTo>
                      <a:pt x="246" y="0"/>
                      <a:pt x="214" y="9"/>
                      <a:pt x="211" y="10"/>
                    </a:cubicBezTo>
                    <a:cubicBezTo>
                      <a:pt x="201" y="14"/>
                      <a:pt x="188" y="18"/>
                      <a:pt x="177" y="2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</p:grpSp>
        <p:grpSp>
          <p:nvGrpSpPr>
            <p:cNvPr id="311" name="íṥļïḑê"/>
            <p:cNvGrpSpPr/>
            <p:nvPr/>
          </p:nvGrpSpPr>
          <p:grpSpPr>
            <a:xfrm>
              <a:off x="3768308" y="2508637"/>
              <a:ext cx="1469396" cy="1847076"/>
              <a:chOff x="996950" y="1409700"/>
              <a:chExt cx="3217863" cy="4044950"/>
            </a:xfrm>
            <a:grpFill/>
          </p:grpSpPr>
          <p:sp>
            <p:nvSpPr>
              <p:cNvPr id="312" name="ïS1íḑé"/>
              <p:cNvSpPr/>
              <p:nvPr/>
            </p:nvSpPr>
            <p:spPr bwMode="auto">
              <a:xfrm>
                <a:off x="996950" y="1409700"/>
                <a:ext cx="3217863" cy="4044950"/>
              </a:xfrm>
              <a:custGeom>
                <a:avLst/>
                <a:gdLst>
                  <a:gd name="T0" fmla="*/ 498 w 976"/>
                  <a:gd name="T1" fmla="*/ 0 h 1227"/>
                  <a:gd name="T2" fmla="*/ 478 w 976"/>
                  <a:gd name="T3" fmla="*/ 0 h 1227"/>
                  <a:gd name="T4" fmla="*/ 0 w 976"/>
                  <a:gd name="T5" fmla="*/ 477 h 1227"/>
                  <a:gd name="T6" fmla="*/ 0 w 976"/>
                  <a:gd name="T7" fmla="*/ 750 h 1227"/>
                  <a:gd name="T8" fmla="*/ 478 w 976"/>
                  <a:gd name="T9" fmla="*/ 1227 h 1227"/>
                  <a:gd name="T10" fmla="*/ 498 w 976"/>
                  <a:gd name="T11" fmla="*/ 1227 h 1227"/>
                  <a:gd name="T12" fmla="*/ 976 w 976"/>
                  <a:gd name="T13" fmla="*/ 750 h 1227"/>
                  <a:gd name="T14" fmla="*/ 976 w 976"/>
                  <a:gd name="T15" fmla="*/ 477 h 1227"/>
                  <a:gd name="T16" fmla="*/ 498 w 976"/>
                  <a:gd name="T17" fmla="*/ 0 h 1227"/>
                  <a:gd name="T18" fmla="*/ 963 w 976"/>
                  <a:gd name="T19" fmla="*/ 750 h 1227"/>
                  <a:gd name="T20" fmla="*/ 498 w 976"/>
                  <a:gd name="T21" fmla="*/ 1215 h 1227"/>
                  <a:gd name="T22" fmla="*/ 478 w 976"/>
                  <a:gd name="T23" fmla="*/ 1215 h 1227"/>
                  <a:gd name="T24" fmla="*/ 13 w 976"/>
                  <a:gd name="T25" fmla="*/ 750 h 1227"/>
                  <a:gd name="T26" fmla="*/ 13 w 976"/>
                  <a:gd name="T27" fmla="*/ 477 h 1227"/>
                  <a:gd name="T28" fmla="*/ 478 w 976"/>
                  <a:gd name="T29" fmla="*/ 12 h 1227"/>
                  <a:gd name="T30" fmla="*/ 498 w 976"/>
                  <a:gd name="T31" fmla="*/ 12 h 1227"/>
                  <a:gd name="T32" fmla="*/ 963 w 976"/>
                  <a:gd name="T33" fmla="*/ 477 h 1227"/>
                  <a:gd name="T34" fmla="*/ 963 w 976"/>
                  <a:gd name="T35" fmla="*/ 750 h 12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76" h="1227">
                    <a:moveTo>
                      <a:pt x="498" y="0"/>
                    </a:moveTo>
                    <a:cubicBezTo>
                      <a:pt x="478" y="0"/>
                      <a:pt x="478" y="0"/>
                      <a:pt x="478" y="0"/>
                    </a:cubicBezTo>
                    <a:cubicBezTo>
                      <a:pt x="215" y="0"/>
                      <a:pt x="0" y="215"/>
                      <a:pt x="0" y="477"/>
                    </a:cubicBezTo>
                    <a:cubicBezTo>
                      <a:pt x="0" y="750"/>
                      <a:pt x="0" y="750"/>
                      <a:pt x="0" y="750"/>
                    </a:cubicBezTo>
                    <a:cubicBezTo>
                      <a:pt x="0" y="1012"/>
                      <a:pt x="215" y="1227"/>
                      <a:pt x="478" y="1227"/>
                    </a:cubicBezTo>
                    <a:cubicBezTo>
                      <a:pt x="498" y="1227"/>
                      <a:pt x="498" y="1227"/>
                      <a:pt x="498" y="1227"/>
                    </a:cubicBezTo>
                    <a:cubicBezTo>
                      <a:pt x="761" y="1227"/>
                      <a:pt x="976" y="1012"/>
                      <a:pt x="976" y="750"/>
                    </a:cubicBezTo>
                    <a:cubicBezTo>
                      <a:pt x="976" y="477"/>
                      <a:pt x="976" y="477"/>
                      <a:pt x="976" y="477"/>
                    </a:cubicBezTo>
                    <a:cubicBezTo>
                      <a:pt x="976" y="215"/>
                      <a:pt x="761" y="0"/>
                      <a:pt x="498" y="0"/>
                    </a:cubicBezTo>
                    <a:close/>
                    <a:moveTo>
                      <a:pt x="963" y="750"/>
                    </a:moveTo>
                    <a:cubicBezTo>
                      <a:pt x="963" y="1005"/>
                      <a:pt x="754" y="1215"/>
                      <a:pt x="498" y="1215"/>
                    </a:cubicBezTo>
                    <a:cubicBezTo>
                      <a:pt x="478" y="1215"/>
                      <a:pt x="478" y="1215"/>
                      <a:pt x="478" y="1215"/>
                    </a:cubicBezTo>
                    <a:cubicBezTo>
                      <a:pt x="222" y="1215"/>
                      <a:pt x="13" y="1005"/>
                      <a:pt x="13" y="750"/>
                    </a:cubicBezTo>
                    <a:cubicBezTo>
                      <a:pt x="13" y="477"/>
                      <a:pt x="13" y="477"/>
                      <a:pt x="13" y="477"/>
                    </a:cubicBezTo>
                    <a:cubicBezTo>
                      <a:pt x="13" y="221"/>
                      <a:pt x="222" y="12"/>
                      <a:pt x="478" y="12"/>
                    </a:cubicBezTo>
                    <a:cubicBezTo>
                      <a:pt x="498" y="12"/>
                      <a:pt x="498" y="12"/>
                      <a:pt x="498" y="12"/>
                    </a:cubicBezTo>
                    <a:cubicBezTo>
                      <a:pt x="754" y="12"/>
                      <a:pt x="963" y="221"/>
                      <a:pt x="963" y="477"/>
                    </a:cubicBezTo>
                    <a:lnTo>
                      <a:pt x="963" y="75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3" name="iŝḻïḍé"/>
              <p:cNvSpPr/>
              <p:nvPr/>
            </p:nvSpPr>
            <p:spPr bwMode="auto">
              <a:xfrm>
                <a:off x="2095500" y="1581150"/>
                <a:ext cx="61913" cy="60325"/>
              </a:xfrm>
              <a:custGeom>
                <a:avLst/>
                <a:gdLst>
                  <a:gd name="T0" fmla="*/ 9 w 19"/>
                  <a:gd name="T1" fmla="*/ 18 h 18"/>
                  <a:gd name="T2" fmla="*/ 15 w 19"/>
                  <a:gd name="T3" fmla="*/ 18 h 18"/>
                  <a:gd name="T4" fmla="*/ 19 w 19"/>
                  <a:gd name="T5" fmla="*/ 15 h 18"/>
                  <a:gd name="T6" fmla="*/ 0 w 19"/>
                  <a:gd name="T7" fmla="*/ 9 h 18"/>
                  <a:gd name="T8" fmla="*/ 9 w 19"/>
                  <a:gd name="T9" fmla="*/ 18 h 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8">
                    <a:moveTo>
                      <a:pt x="9" y="18"/>
                    </a:moveTo>
                    <a:cubicBezTo>
                      <a:pt x="15" y="18"/>
                      <a:pt x="15" y="18"/>
                      <a:pt x="15" y="18"/>
                    </a:cubicBezTo>
                    <a:cubicBezTo>
                      <a:pt x="17" y="18"/>
                      <a:pt x="19" y="17"/>
                      <a:pt x="19" y="15"/>
                    </a:cubicBezTo>
                    <a:cubicBezTo>
                      <a:pt x="19" y="8"/>
                      <a:pt x="0" y="0"/>
                      <a:pt x="0" y="9"/>
                    </a:cubicBezTo>
                    <a:cubicBezTo>
                      <a:pt x="0" y="13"/>
                      <a:pt x="5" y="18"/>
                      <a:pt x="9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4" name="ïSľíḋè"/>
              <p:cNvSpPr/>
              <p:nvPr/>
            </p:nvSpPr>
            <p:spPr bwMode="auto">
              <a:xfrm>
                <a:off x="1425575" y="1835150"/>
                <a:ext cx="2360613" cy="3194050"/>
              </a:xfrm>
              <a:custGeom>
                <a:avLst/>
                <a:gdLst>
                  <a:gd name="T0" fmla="*/ 358 w 716"/>
                  <a:gd name="T1" fmla="*/ 0 h 969"/>
                  <a:gd name="T2" fmla="*/ 0 w 716"/>
                  <a:gd name="T3" fmla="*/ 342 h 969"/>
                  <a:gd name="T4" fmla="*/ 0 w 716"/>
                  <a:gd name="T5" fmla="*/ 627 h 969"/>
                  <a:gd name="T6" fmla="*/ 358 w 716"/>
                  <a:gd name="T7" fmla="*/ 969 h 969"/>
                  <a:gd name="T8" fmla="*/ 716 w 716"/>
                  <a:gd name="T9" fmla="*/ 627 h 969"/>
                  <a:gd name="T10" fmla="*/ 716 w 716"/>
                  <a:gd name="T11" fmla="*/ 342 h 969"/>
                  <a:gd name="T12" fmla="*/ 358 w 716"/>
                  <a:gd name="T13" fmla="*/ 0 h 969"/>
                  <a:gd name="T14" fmla="*/ 703 w 716"/>
                  <a:gd name="T15" fmla="*/ 627 h 969"/>
                  <a:gd name="T16" fmla="*/ 358 w 716"/>
                  <a:gd name="T17" fmla="*/ 956 h 969"/>
                  <a:gd name="T18" fmla="*/ 13 w 716"/>
                  <a:gd name="T19" fmla="*/ 627 h 969"/>
                  <a:gd name="T20" fmla="*/ 13 w 716"/>
                  <a:gd name="T21" fmla="*/ 342 h 969"/>
                  <a:gd name="T22" fmla="*/ 358 w 716"/>
                  <a:gd name="T23" fmla="*/ 13 h 969"/>
                  <a:gd name="T24" fmla="*/ 703 w 716"/>
                  <a:gd name="T25" fmla="*/ 342 h 969"/>
                  <a:gd name="T26" fmla="*/ 703 w 716"/>
                  <a:gd name="T27" fmla="*/ 627 h 96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16" h="969">
                    <a:moveTo>
                      <a:pt x="358" y="0"/>
                    </a:moveTo>
                    <a:cubicBezTo>
                      <a:pt x="161" y="0"/>
                      <a:pt x="0" y="154"/>
                      <a:pt x="0" y="342"/>
                    </a:cubicBezTo>
                    <a:cubicBezTo>
                      <a:pt x="0" y="627"/>
                      <a:pt x="0" y="627"/>
                      <a:pt x="0" y="627"/>
                    </a:cubicBezTo>
                    <a:cubicBezTo>
                      <a:pt x="0" y="815"/>
                      <a:pt x="161" y="969"/>
                      <a:pt x="358" y="969"/>
                    </a:cubicBezTo>
                    <a:cubicBezTo>
                      <a:pt x="555" y="969"/>
                      <a:pt x="716" y="815"/>
                      <a:pt x="716" y="627"/>
                    </a:cubicBezTo>
                    <a:cubicBezTo>
                      <a:pt x="716" y="342"/>
                      <a:pt x="716" y="342"/>
                      <a:pt x="716" y="342"/>
                    </a:cubicBezTo>
                    <a:cubicBezTo>
                      <a:pt x="716" y="154"/>
                      <a:pt x="555" y="0"/>
                      <a:pt x="358" y="0"/>
                    </a:cubicBezTo>
                    <a:close/>
                    <a:moveTo>
                      <a:pt x="703" y="627"/>
                    </a:moveTo>
                    <a:cubicBezTo>
                      <a:pt x="703" y="808"/>
                      <a:pt x="548" y="956"/>
                      <a:pt x="358" y="956"/>
                    </a:cubicBezTo>
                    <a:cubicBezTo>
                      <a:pt x="168" y="956"/>
                      <a:pt x="13" y="808"/>
                      <a:pt x="13" y="627"/>
                    </a:cubicBezTo>
                    <a:cubicBezTo>
                      <a:pt x="13" y="342"/>
                      <a:pt x="13" y="342"/>
                      <a:pt x="13" y="342"/>
                    </a:cubicBezTo>
                    <a:cubicBezTo>
                      <a:pt x="13" y="161"/>
                      <a:pt x="168" y="13"/>
                      <a:pt x="358" y="13"/>
                    </a:cubicBezTo>
                    <a:cubicBezTo>
                      <a:pt x="548" y="13"/>
                      <a:pt x="703" y="161"/>
                      <a:pt x="703" y="342"/>
                    </a:cubicBezTo>
                    <a:lnTo>
                      <a:pt x="703" y="6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5" name="i$lîḍé"/>
              <p:cNvSpPr/>
              <p:nvPr/>
            </p:nvSpPr>
            <p:spPr bwMode="auto">
              <a:xfrm>
                <a:off x="2108200" y="5035550"/>
                <a:ext cx="131763" cy="265113"/>
              </a:xfrm>
              <a:custGeom>
                <a:avLst/>
                <a:gdLst>
                  <a:gd name="T0" fmla="*/ 0 w 83"/>
                  <a:gd name="T1" fmla="*/ 160 h 167"/>
                  <a:gd name="T2" fmla="*/ 23 w 83"/>
                  <a:gd name="T3" fmla="*/ 167 h 167"/>
                  <a:gd name="T4" fmla="*/ 83 w 83"/>
                  <a:gd name="T5" fmla="*/ 5 h 167"/>
                  <a:gd name="T6" fmla="*/ 60 w 83"/>
                  <a:gd name="T7" fmla="*/ 0 h 167"/>
                  <a:gd name="T8" fmla="*/ 0 w 83"/>
                  <a:gd name="T9" fmla="*/ 160 h 1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3" h="167">
                    <a:moveTo>
                      <a:pt x="0" y="160"/>
                    </a:moveTo>
                    <a:lnTo>
                      <a:pt x="23" y="167"/>
                    </a:lnTo>
                    <a:lnTo>
                      <a:pt x="83" y="5"/>
                    </a:lnTo>
                    <a:lnTo>
                      <a:pt x="60" y="0"/>
                    </a:lnTo>
                    <a:lnTo>
                      <a:pt x="0" y="16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6" name="íŝlíḓé"/>
              <p:cNvSpPr/>
              <p:nvPr/>
            </p:nvSpPr>
            <p:spPr bwMode="auto">
              <a:xfrm>
                <a:off x="2579688" y="5081588"/>
                <a:ext cx="193675" cy="274638"/>
              </a:xfrm>
              <a:custGeom>
                <a:avLst/>
                <a:gdLst>
                  <a:gd name="T0" fmla="*/ 49 w 59"/>
                  <a:gd name="T1" fmla="*/ 51 h 83"/>
                  <a:gd name="T2" fmla="*/ 34 w 59"/>
                  <a:gd name="T3" fmla="*/ 71 h 83"/>
                  <a:gd name="T4" fmla="*/ 18 w 59"/>
                  <a:gd name="T5" fmla="*/ 69 h 83"/>
                  <a:gd name="T6" fmla="*/ 10 w 59"/>
                  <a:gd name="T7" fmla="*/ 59 h 83"/>
                  <a:gd name="T8" fmla="*/ 10 w 59"/>
                  <a:gd name="T9" fmla="*/ 0 h 83"/>
                  <a:gd name="T10" fmla="*/ 0 w 59"/>
                  <a:gd name="T11" fmla="*/ 0 h 83"/>
                  <a:gd name="T12" fmla="*/ 0 w 59"/>
                  <a:gd name="T13" fmla="*/ 60 h 83"/>
                  <a:gd name="T14" fmla="*/ 27 w 59"/>
                  <a:gd name="T15" fmla="*/ 83 h 83"/>
                  <a:gd name="T16" fmla="*/ 31 w 59"/>
                  <a:gd name="T17" fmla="*/ 83 h 83"/>
                  <a:gd name="T18" fmla="*/ 59 w 59"/>
                  <a:gd name="T19" fmla="*/ 57 h 83"/>
                  <a:gd name="T20" fmla="*/ 59 w 59"/>
                  <a:gd name="T21" fmla="*/ 0 h 83"/>
                  <a:gd name="T22" fmla="*/ 49 w 59"/>
                  <a:gd name="T23" fmla="*/ 0 h 83"/>
                  <a:gd name="T24" fmla="*/ 49 w 59"/>
                  <a:gd name="T25" fmla="*/ 51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59" h="83">
                    <a:moveTo>
                      <a:pt x="49" y="51"/>
                    </a:moveTo>
                    <a:cubicBezTo>
                      <a:pt x="49" y="60"/>
                      <a:pt x="43" y="72"/>
                      <a:pt x="34" y="71"/>
                    </a:cubicBezTo>
                    <a:cubicBezTo>
                      <a:pt x="18" y="69"/>
                      <a:pt x="18" y="69"/>
                      <a:pt x="18" y="69"/>
                    </a:cubicBezTo>
                    <a:cubicBezTo>
                      <a:pt x="15" y="66"/>
                      <a:pt x="10" y="63"/>
                      <a:pt x="10" y="59"/>
                    </a:cubicBezTo>
                    <a:cubicBezTo>
                      <a:pt x="10" y="0"/>
                      <a:pt x="10" y="0"/>
                      <a:pt x="1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0" y="72"/>
                      <a:pt x="15" y="83"/>
                      <a:pt x="27" y="83"/>
                    </a:cubicBezTo>
                    <a:cubicBezTo>
                      <a:pt x="31" y="83"/>
                      <a:pt x="31" y="83"/>
                      <a:pt x="31" y="83"/>
                    </a:cubicBezTo>
                    <a:cubicBezTo>
                      <a:pt x="44" y="83"/>
                      <a:pt x="59" y="70"/>
                      <a:pt x="59" y="57"/>
                    </a:cubicBezTo>
                    <a:cubicBezTo>
                      <a:pt x="59" y="0"/>
                      <a:pt x="59" y="0"/>
                      <a:pt x="59" y="0"/>
                    </a:cubicBezTo>
                    <a:cubicBezTo>
                      <a:pt x="49" y="0"/>
                      <a:pt x="49" y="0"/>
                      <a:pt x="49" y="0"/>
                    </a:cubicBezTo>
                    <a:lnTo>
                      <a:pt x="49" y="5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7" name="îS1îďe"/>
              <p:cNvSpPr/>
              <p:nvPr/>
            </p:nvSpPr>
            <p:spPr bwMode="auto">
              <a:xfrm>
                <a:off x="2820988" y="5013325"/>
                <a:ext cx="273050" cy="312738"/>
              </a:xfrm>
              <a:custGeom>
                <a:avLst/>
                <a:gdLst>
                  <a:gd name="T0" fmla="*/ 46 w 83"/>
                  <a:gd name="T1" fmla="*/ 1 h 95"/>
                  <a:gd name="T2" fmla="*/ 63 w 83"/>
                  <a:gd name="T3" fmla="*/ 56 h 95"/>
                  <a:gd name="T4" fmla="*/ 8 w 83"/>
                  <a:gd name="T5" fmla="*/ 15 h 95"/>
                  <a:gd name="T6" fmla="*/ 0 w 83"/>
                  <a:gd name="T7" fmla="*/ 18 h 95"/>
                  <a:gd name="T8" fmla="*/ 25 w 83"/>
                  <a:gd name="T9" fmla="*/ 95 h 95"/>
                  <a:gd name="T10" fmla="*/ 37 w 83"/>
                  <a:gd name="T11" fmla="*/ 92 h 95"/>
                  <a:gd name="T12" fmla="*/ 17 w 83"/>
                  <a:gd name="T13" fmla="*/ 34 h 95"/>
                  <a:gd name="T14" fmla="*/ 72 w 83"/>
                  <a:gd name="T15" fmla="*/ 80 h 95"/>
                  <a:gd name="T16" fmla="*/ 83 w 83"/>
                  <a:gd name="T17" fmla="*/ 77 h 95"/>
                  <a:gd name="T18" fmla="*/ 57 w 83"/>
                  <a:gd name="T19" fmla="*/ 0 h 95"/>
                  <a:gd name="T20" fmla="*/ 46 w 83"/>
                  <a:gd name="T21" fmla="*/ 1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3" h="95">
                    <a:moveTo>
                      <a:pt x="46" y="1"/>
                    </a:moveTo>
                    <a:cubicBezTo>
                      <a:pt x="63" y="56"/>
                      <a:pt x="63" y="56"/>
                      <a:pt x="63" y="56"/>
                    </a:cubicBezTo>
                    <a:cubicBezTo>
                      <a:pt x="53" y="53"/>
                      <a:pt x="16" y="15"/>
                      <a:pt x="8" y="15"/>
                    </a:cubicBezTo>
                    <a:cubicBezTo>
                      <a:pt x="7" y="15"/>
                      <a:pt x="1" y="17"/>
                      <a:pt x="0" y="18"/>
                    </a:cubicBezTo>
                    <a:cubicBezTo>
                      <a:pt x="25" y="95"/>
                      <a:pt x="25" y="95"/>
                      <a:pt x="25" y="95"/>
                    </a:cubicBezTo>
                    <a:cubicBezTo>
                      <a:pt x="37" y="92"/>
                      <a:pt x="37" y="92"/>
                      <a:pt x="37" y="92"/>
                    </a:cubicBezTo>
                    <a:cubicBezTo>
                      <a:pt x="17" y="34"/>
                      <a:pt x="17" y="34"/>
                      <a:pt x="17" y="34"/>
                    </a:cubicBezTo>
                    <a:cubicBezTo>
                      <a:pt x="72" y="80"/>
                      <a:pt x="72" y="80"/>
                      <a:pt x="72" y="80"/>
                    </a:cubicBezTo>
                    <a:cubicBezTo>
                      <a:pt x="83" y="77"/>
                      <a:pt x="83" y="77"/>
                      <a:pt x="83" y="77"/>
                    </a:cubicBezTo>
                    <a:cubicBezTo>
                      <a:pt x="57" y="0"/>
                      <a:pt x="57" y="0"/>
                      <a:pt x="57" y="0"/>
                    </a:cubicBezTo>
                    <a:lnTo>
                      <a:pt x="46" y="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8" name="îṥḷiďê"/>
              <p:cNvSpPr/>
              <p:nvPr/>
            </p:nvSpPr>
            <p:spPr bwMode="auto">
              <a:xfrm>
                <a:off x="3078163" y="4970463"/>
                <a:ext cx="171450" cy="247650"/>
              </a:xfrm>
              <a:custGeom>
                <a:avLst/>
                <a:gdLst>
                  <a:gd name="T0" fmla="*/ 0 w 108"/>
                  <a:gd name="T1" fmla="*/ 8 h 156"/>
                  <a:gd name="T2" fmla="*/ 89 w 108"/>
                  <a:gd name="T3" fmla="*/ 156 h 156"/>
                  <a:gd name="T4" fmla="*/ 108 w 108"/>
                  <a:gd name="T5" fmla="*/ 145 h 156"/>
                  <a:gd name="T6" fmla="*/ 20 w 108"/>
                  <a:gd name="T7" fmla="*/ 0 h 156"/>
                  <a:gd name="T8" fmla="*/ 0 w 108"/>
                  <a:gd name="T9" fmla="*/ 8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8" h="156">
                    <a:moveTo>
                      <a:pt x="0" y="8"/>
                    </a:moveTo>
                    <a:lnTo>
                      <a:pt x="89" y="156"/>
                    </a:lnTo>
                    <a:lnTo>
                      <a:pt x="108" y="145"/>
                    </a:lnTo>
                    <a:lnTo>
                      <a:pt x="20" y="0"/>
                    </a:lnTo>
                    <a:lnTo>
                      <a:pt x="0" y="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19" name="îšľíďê"/>
              <p:cNvSpPr/>
              <p:nvPr/>
            </p:nvSpPr>
            <p:spPr bwMode="auto">
              <a:xfrm>
                <a:off x="3189288" y="4835525"/>
                <a:ext cx="241300" cy="293688"/>
              </a:xfrm>
              <a:custGeom>
                <a:avLst/>
                <a:gdLst>
                  <a:gd name="T0" fmla="*/ 48 w 73"/>
                  <a:gd name="T1" fmla="*/ 6 h 89"/>
                  <a:gd name="T2" fmla="*/ 60 w 73"/>
                  <a:gd name="T3" fmla="*/ 69 h 89"/>
                  <a:gd name="T4" fmla="*/ 11 w 73"/>
                  <a:gd name="T5" fmla="*/ 29 h 89"/>
                  <a:gd name="T6" fmla="*/ 0 w 73"/>
                  <a:gd name="T7" fmla="*/ 34 h 89"/>
                  <a:gd name="T8" fmla="*/ 69 w 73"/>
                  <a:gd name="T9" fmla="*/ 89 h 89"/>
                  <a:gd name="T10" fmla="*/ 73 w 73"/>
                  <a:gd name="T11" fmla="*/ 86 h 89"/>
                  <a:gd name="T12" fmla="*/ 58 w 73"/>
                  <a:gd name="T13" fmla="*/ 0 h 89"/>
                  <a:gd name="T14" fmla="*/ 48 w 73"/>
                  <a:gd name="T15" fmla="*/ 6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73" h="89">
                    <a:moveTo>
                      <a:pt x="48" y="6"/>
                    </a:moveTo>
                    <a:cubicBezTo>
                      <a:pt x="48" y="25"/>
                      <a:pt x="58" y="50"/>
                      <a:pt x="60" y="69"/>
                    </a:cubicBezTo>
                    <a:cubicBezTo>
                      <a:pt x="52" y="65"/>
                      <a:pt x="12" y="29"/>
                      <a:pt x="11" y="29"/>
                    </a:cubicBezTo>
                    <a:cubicBezTo>
                      <a:pt x="7" y="29"/>
                      <a:pt x="2" y="32"/>
                      <a:pt x="0" y="34"/>
                    </a:cubicBezTo>
                    <a:cubicBezTo>
                      <a:pt x="4" y="39"/>
                      <a:pt x="65" y="89"/>
                      <a:pt x="69" y="89"/>
                    </a:cubicBezTo>
                    <a:cubicBezTo>
                      <a:pt x="69" y="89"/>
                      <a:pt x="72" y="87"/>
                      <a:pt x="73" y="86"/>
                    </a:cubicBezTo>
                    <a:cubicBezTo>
                      <a:pt x="58" y="0"/>
                      <a:pt x="58" y="0"/>
                      <a:pt x="58" y="0"/>
                    </a:cubicBezTo>
                    <a:cubicBezTo>
                      <a:pt x="55" y="1"/>
                      <a:pt x="48" y="4"/>
                      <a:pt x="48" y="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0" name="işľîḑe"/>
              <p:cNvSpPr/>
              <p:nvPr/>
            </p:nvSpPr>
            <p:spPr bwMode="auto">
              <a:xfrm>
                <a:off x="1590675" y="4738688"/>
                <a:ext cx="325438" cy="327025"/>
              </a:xfrm>
              <a:custGeom>
                <a:avLst/>
                <a:gdLst>
                  <a:gd name="T0" fmla="*/ 189 w 205"/>
                  <a:gd name="T1" fmla="*/ 67 h 206"/>
                  <a:gd name="T2" fmla="*/ 143 w 205"/>
                  <a:gd name="T3" fmla="*/ 115 h 206"/>
                  <a:gd name="T4" fmla="*/ 87 w 205"/>
                  <a:gd name="T5" fmla="*/ 65 h 206"/>
                  <a:gd name="T6" fmla="*/ 131 w 205"/>
                  <a:gd name="T7" fmla="*/ 15 h 206"/>
                  <a:gd name="T8" fmla="*/ 116 w 205"/>
                  <a:gd name="T9" fmla="*/ 0 h 206"/>
                  <a:gd name="T10" fmla="*/ 0 w 205"/>
                  <a:gd name="T11" fmla="*/ 125 h 206"/>
                  <a:gd name="T12" fmla="*/ 12 w 205"/>
                  <a:gd name="T13" fmla="*/ 142 h 206"/>
                  <a:gd name="T14" fmla="*/ 70 w 205"/>
                  <a:gd name="T15" fmla="*/ 81 h 206"/>
                  <a:gd name="T16" fmla="*/ 126 w 205"/>
                  <a:gd name="T17" fmla="*/ 133 h 206"/>
                  <a:gd name="T18" fmla="*/ 70 w 205"/>
                  <a:gd name="T19" fmla="*/ 194 h 206"/>
                  <a:gd name="T20" fmla="*/ 85 w 205"/>
                  <a:gd name="T21" fmla="*/ 206 h 206"/>
                  <a:gd name="T22" fmla="*/ 205 w 205"/>
                  <a:gd name="T23" fmla="*/ 81 h 206"/>
                  <a:gd name="T24" fmla="*/ 189 w 205"/>
                  <a:gd name="T25" fmla="*/ 67 h 2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05" h="206">
                    <a:moveTo>
                      <a:pt x="189" y="67"/>
                    </a:moveTo>
                    <a:lnTo>
                      <a:pt x="143" y="115"/>
                    </a:lnTo>
                    <a:lnTo>
                      <a:pt x="87" y="65"/>
                    </a:lnTo>
                    <a:lnTo>
                      <a:pt x="131" y="15"/>
                    </a:lnTo>
                    <a:lnTo>
                      <a:pt x="116" y="0"/>
                    </a:lnTo>
                    <a:lnTo>
                      <a:pt x="0" y="125"/>
                    </a:lnTo>
                    <a:lnTo>
                      <a:pt x="12" y="142"/>
                    </a:lnTo>
                    <a:lnTo>
                      <a:pt x="70" y="81"/>
                    </a:lnTo>
                    <a:lnTo>
                      <a:pt x="126" y="133"/>
                    </a:lnTo>
                    <a:lnTo>
                      <a:pt x="70" y="194"/>
                    </a:lnTo>
                    <a:lnTo>
                      <a:pt x="85" y="206"/>
                    </a:lnTo>
                    <a:lnTo>
                      <a:pt x="205" y="81"/>
                    </a:lnTo>
                    <a:lnTo>
                      <a:pt x="189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1" name="îsļídê"/>
              <p:cNvSpPr/>
              <p:nvPr/>
            </p:nvSpPr>
            <p:spPr bwMode="auto">
              <a:xfrm>
                <a:off x="1830388" y="4946650"/>
                <a:ext cx="250825" cy="303213"/>
              </a:xfrm>
              <a:custGeom>
                <a:avLst/>
                <a:gdLst>
                  <a:gd name="T0" fmla="*/ 67 w 76"/>
                  <a:gd name="T1" fmla="*/ 0 h 92"/>
                  <a:gd name="T2" fmla="*/ 0 w 76"/>
                  <a:gd name="T3" fmla="*/ 57 h 92"/>
                  <a:gd name="T4" fmla="*/ 10 w 76"/>
                  <a:gd name="T5" fmla="*/ 61 h 92"/>
                  <a:gd name="T6" fmla="*/ 28 w 76"/>
                  <a:gd name="T7" fmla="*/ 46 h 92"/>
                  <a:gd name="T8" fmla="*/ 55 w 76"/>
                  <a:gd name="T9" fmla="*/ 66 h 92"/>
                  <a:gd name="T10" fmla="*/ 55 w 76"/>
                  <a:gd name="T11" fmla="*/ 70 h 92"/>
                  <a:gd name="T12" fmla="*/ 53 w 76"/>
                  <a:gd name="T13" fmla="*/ 86 h 92"/>
                  <a:gd name="T14" fmla="*/ 64 w 76"/>
                  <a:gd name="T15" fmla="*/ 92 h 92"/>
                  <a:gd name="T16" fmla="*/ 76 w 76"/>
                  <a:gd name="T17" fmla="*/ 6 h 92"/>
                  <a:gd name="T18" fmla="*/ 67 w 76"/>
                  <a:gd name="T19" fmla="*/ 0 h 92"/>
                  <a:gd name="T20" fmla="*/ 57 w 76"/>
                  <a:gd name="T21" fmla="*/ 52 h 92"/>
                  <a:gd name="T22" fmla="*/ 36 w 76"/>
                  <a:gd name="T23" fmla="*/ 40 h 92"/>
                  <a:gd name="T24" fmla="*/ 63 w 76"/>
                  <a:gd name="T25" fmla="*/ 18 h 92"/>
                  <a:gd name="T26" fmla="*/ 57 w 76"/>
                  <a:gd name="T27" fmla="*/ 52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6" h="92">
                    <a:moveTo>
                      <a:pt x="67" y="0"/>
                    </a:moveTo>
                    <a:cubicBezTo>
                      <a:pt x="65" y="0"/>
                      <a:pt x="1" y="54"/>
                      <a:pt x="0" y="57"/>
                    </a:cubicBezTo>
                    <a:cubicBezTo>
                      <a:pt x="10" y="61"/>
                      <a:pt x="10" y="61"/>
                      <a:pt x="10" y="61"/>
                    </a:cubicBezTo>
                    <a:cubicBezTo>
                      <a:pt x="28" y="46"/>
                      <a:pt x="28" y="46"/>
                      <a:pt x="28" y="46"/>
                    </a:cubicBezTo>
                    <a:cubicBezTo>
                      <a:pt x="32" y="49"/>
                      <a:pt x="55" y="61"/>
                      <a:pt x="55" y="66"/>
                    </a:cubicBezTo>
                    <a:cubicBezTo>
                      <a:pt x="55" y="70"/>
                      <a:pt x="55" y="70"/>
                      <a:pt x="55" y="70"/>
                    </a:cubicBezTo>
                    <a:cubicBezTo>
                      <a:pt x="53" y="86"/>
                      <a:pt x="53" y="86"/>
                      <a:pt x="53" y="86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76" y="6"/>
                      <a:pt x="76" y="6"/>
                      <a:pt x="76" y="6"/>
                    </a:cubicBezTo>
                    <a:cubicBezTo>
                      <a:pt x="76" y="4"/>
                      <a:pt x="70" y="0"/>
                      <a:pt x="67" y="0"/>
                    </a:cubicBezTo>
                    <a:close/>
                    <a:moveTo>
                      <a:pt x="57" y="52"/>
                    </a:moveTo>
                    <a:cubicBezTo>
                      <a:pt x="36" y="40"/>
                      <a:pt x="36" y="40"/>
                      <a:pt x="36" y="40"/>
                    </a:cubicBezTo>
                    <a:cubicBezTo>
                      <a:pt x="63" y="18"/>
                      <a:pt x="63" y="18"/>
                      <a:pt x="63" y="18"/>
                    </a:cubicBezTo>
                    <a:lnTo>
                      <a:pt x="57" y="5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2" name="iṧ1iḍè"/>
              <p:cNvSpPr/>
              <p:nvPr/>
            </p:nvSpPr>
            <p:spPr bwMode="auto">
              <a:xfrm>
                <a:off x="3436938" y="4689475"/>
                <a:ext cx="293688" cy="300038"/>
              </a:xfrm>
              <a:custGeom>
                <a:avLst/>
                <a:gdLst>
                  <a:gd name="T0" fmla="*/ 55 w 89"/>
                  <a:gd name="T1" fmla="*/ 76 h 91"/>
                  <a:gd name="T2" fmla="*/ 38 w 89"/>
                  <a:gd name="T3" fmla="*/ 56 h 91"/>
                  <a:gd name="T4" fmla="*/ 61 w 89"/>
                  <a:gd name="T5" fmla="*/ 35 h 91"/>
                  <a:gd name="T6" fmla="*/ 53 w 89"/>
                  <a:gd name="T7" fmla="*/ 26 h 91"/>
                  <a:gd name="T8" fmla="*/ 31 w 89"/>
                  <a:gd name="T9" fmla="*/ 48 h 91"/>
                  <a:gd name="T10" fmla="*/ 15 w 89"/>
                  <a:gd name="T11" fmla="*/ 31 h 91"/>
                  <a:gd name="T12" fmla="*/ 42 w 89"/>
                  <a:gd name="T13" fmla="*/ 6 h 91"/>
                  <a:gd name="T14" fmla="*/ 32 w 89"/>
                  <a:gd name="T15" fmla="*/ 0 h 91"/>
                  <a:gd name="T16" fmla="*/ 0 w 89"/>
                  <a:gd name="T17" fmla="*/ 31 h 91"/>
                  <a:gd name="T18" fmla="*/ 54 w 89"/>
                  <a:gd name="T19" fmla="*/ 91 h 91"/>
                  <a:gd name="T20" fmla="*/ 89 w 89"/>
                  <a:gd name="T21" fmla="*/ 61 h 91"/>
                  <a:gd name="T22" fmla="*/ 82 w 89"/>
                  <a:gd name="T23" fmla="*/ 53 h 91"/>
                  <a:gd name="T24" fmla="*/ 55 w 89"/>
                  <a:gd name="T25" fmla="*/ 76 h 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89" h="91">
                    <a:moveTo>
                      <a:pt x="55" y="76"/>
                    </a:moveTo>
                    <a:cubicBezTo>
                      <a:pt x="38" y="56"/>
                      <a:pt x="38" y="56"/>
                      <a:pt x="38" y="56"/>
                    </a:cubicBezTo>
                    <a:cubicBezTo>
                      <a:pt x="61" y="35"/>
                      <a:pt x="61" y="35"/>
                      <a:pt x="61" y="35"/>
                    </a:cubicBezTo>
                    <a:cubicBezTo>
                      <a:pt x="53" y="26"/>
                      <a:pt x="53" y="26"/>
                      <a:pt x="53" y="26"/>
                    </a:cubicBezTo>
                    <a:cubicBezTo>
                      <a:pt x="31" y="48"/>
                      <a:pt x="31" y="48"/>
                      <a:pt x="31" y="48"/>
                    </a:cubicBezTo>
                    <a:cubicBezTo>
                      <a:pt x="15" y="31"/>
                      <a:pt x="15" y="31"/>
                      <a:pt x="15" y="31"/>
                    </a:cubicBezTo>
                    <a:cubicBezTo>
                      <a:pt x="42" y="6"/>
                      <a:pt x="42" y="6"/>
                      <a:pt x="42" y="6"/>
                    </a:cubicBezTo>
                    <a:cubicBezTo>
                      <a:pt x="38" y="4"/>
                      <a:pt x="36" y="0"/>
                      <a:pt x="32" y="0"/>
                    </a:cubicBezTo>
                    <a:cubicBezTo>
                      <a:pt x="31" y="0"/>
                      <a:pt x="2" y="27"/>
                      <a:pt x="0" y="31"/>
                    </a:cubicBezTo>
                    <a:cubicBezTo>
                      <a:pt x="54" y="91"/>
                      <a:pt x="54" y="91"/>
                      <a:pt x="54" y="91"/>
                    </a:cubicBezTo>
                    <a:cubicBezTo>
                      <a:pt x="89" y="61"/>
                      <a:pt x="89" y="61"/>
                      <a:pt x="89" y="61"/>
                    </a:cubicBezTo>
                    <a:cubicBezTo>
                      <a:pt x="82" y="53"/>
                      <a:pt x="82" y="53"/>
                      <a:pt x="82" y="53"/>
                    </a:cubicBezTo>
                    <a:lnTo>
                      <a:pt x="55" y="7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3" name="ís1íḑê"/>
              <p:cNvSpPr/>
              <p:nvPr/>
            </p:nvSpPr>
            <p:spPr bwMode="auto">
              <a:xfrm>
                <a:off x="3587750" y="1858963"/>
                <a:ext cx="142875" cy="82550"/>
              </a:xfrm>
              <a:custGeom>
                <a:avLst/>
                <a:gdLst>
                  <a:gd name="T0" fmla="*/ 36 w 43"/>
                  <a:gd name="T1" fmla="*/ 14 h 25"/>
                  <a:gd name="T2" fmla="*/ 32 w 43"/>
                  <a:gd name="T3" fmla="*/ 16 h 25"/>
                  <a:gd name="T4" fmla="*/ 17 w 43"/>
                  <a:gd name="T5" fmla="*/ 16 h 25"/>
                  <a:gd name="T6" fmla="*/ 25 w 43"/>
                  <a:gd name="T7" fmla="*/ 3 h 25"/>
                  <a:gd name="T8" fmla="*/ 20 w 43"/>
                  <a:gd name="T9" fmla="*/ 0 h 25"/>
                  <a:gd name="T10" fmla="*/ 19 w 43"/>
                  <a:gd name="T11" fmla="*/ 0 h 25"/>
                  <a:gd name="T12" fmla="*/ 7 w 43"/>
                  <a:gd name="T13" fmla="*/ 8 h 25"/>
                  <a:gd name="T14" fmla="*/ 9 w 43"/>
                  <a:gd name="T15" fmla="*/ 16 h 25"/>
                  <a:gd name="T16" fmla="*/ 0 w 43"/>
                  <a:gd name="T17" fmla="*/ 17 h 25"/>
                  <a:gd name="T18" fmla="*/ 32 w 43"/>
                  <a:gd name="T19" fmla="*/ 25 h 25"/>
                  <a:gd name="T20" fmla="*/ 34 w 43"/>
                  <a:gd name="T21" fmla="*/ 25 h 25"/>
                  <a:gd name="T22" fmla="*/ 42 w 43"/>
                  <a:gd name="T23" fmla="*/ 18 h 25"/>
                  <a:gd name="T24" fmla="*/ 36 w 43"/>
                  <a:gd name="T25" fmla="*/ 14 h 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3" h="25">
                    <a:moveTo>
                      <a:pt x="36" y="14"/>
                    </a:moveTo>
                    <a:cubicBezTo>
                      <a:pt x="35" y="15"/>
                      <a:pt x="34" y="16"/>
                      <a:pt x="32" y="16"/>
                    </a:cubicBezTo>
                    <a:cubicBezTo>
                      <a:pt x="17" y="16"/>
                      <a:pt x="17" y="16"/>
                      <a:pt x="17" y="16"/>
                    </a:cubicBezTo>
                    <a:cubicBezTo>
                      <a:pt x="19" y="9"/>
                      <a:pt x="25" y="6"/>
                      <a:pt x="25" y="3"/>
                    </a:cubicBezTo>
                    <a:cubicBezTo>
                      <a:pt x="25" y="0"/>
                      <a:pt x="23" y="0"/>
                      <a:pt x="20" y="0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15" y="0"/>
                      <a:pt x="9" y="6"/>
                      <a:pt x="7" y="8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0" y="17"/>
                      <a:pt x="0" y="17"/>
                      <a:pt x="0" y="17"/>
                    </a:cubicBezTo>
                    <a:cubicBezTo>
                      <a:pt x="2" y="25"/>
                      <a:pt x="22" y="25"/>
                      <a:pt x="32" y="25"/>
                    </a:cubicBezTo>
                    <a:cubicBezTo>
                      <a:pt x="34" y="25"/>
                      <a:pt x="34" y="25"/>
                      <a:pt x="34" y="25"/>
                    </a:cubicBezTo>
                    <a:cubicBezTo>
                      <a:pt x="37" y="25"/>
                      <a:pt x="41" y="22"/>
                      <a:pt x="42" y="18"/>
                    </a:cubicBezTo>
                    <a:cubicBezTo>
                      <a:pt x="43" y="16"/>
                      <a:pt x="38" y="13"/>
                      <a:pt x="36" y="1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4" name="îšlídé"/>
              <p:cNvSpPr/>
              <p:nvPr/>
            </p:nvSpPr>
            <p:spPr bwMode="auto">
              <a:xfrm>
                <a:off x="3581400" y="4508500"/>
                <a:ext cx="320675" cy="260350"/>
              </a:xfrm>
              <a:custGeom>
                <a:avLst/>
                <a:gdLst>
                  <a:gd name="T0" fmla="*/ 49 w 97"/>
                  <a:gd name="T1" fmla="*/ 8 h 79"/>
                  <a:gd name="T2" fmla="*/ 34 w 97"/>
                  <a:gd name="T3" fmla="*/ 0 h 79"/>
                  <a:gd name="T4" fmla="*/ 28 w 97"/>
                  <a:gd name="T5" fmla="*/ 0 h 79"/>
                  <a:gd name="T6" fmla="*/ 0 w 97"/>
                  <a:gd name="T7" fmla="*/ 36 h 79"/>
                  <a:gd name="T8" fmla="*/ 67 w 97"/>
                  <a:gd name="T9" fmla="*/ 79 h 79"/>
                  <a:gd name="T10" fmla="*/ 73 w 97"/>
                  <a:gd name="T11" fmla="*/ 70 h 79"/>
                  <a:gd name="T12" fmla="*/ 42 w 97"/>
                  <a:gd name="T13" fmla="*/ 50 h 79"/>
                  <a:gd name="T14" fmla="*/ 58 w 97"/>
                  <a:gd name="T15" fmla="*/ 31 h 79"/>
                  <a:gd name="T16" fmla="*/ 89 w 97"/>
                  <a:gd name="T17" fmla="*/ 44 h 79"/>
                  <a:gd name="T18" fmla="*/ 97 w 97"/>
                  <a:gd name="T19" fmla="*/ 36 h 79"/>
                  <a:gd name="T20" fmla="*/ 62 w 97"/>
                  <a:gd name="T21" fmla="*/ 21 h 79"/>
                  <a:gd name="T22" fmla="*/ 49 w 97"/>
                  <a:gd name="T23" fmla="*/ 8 h 79"/>
                  <a:gd name="T24" fmla="*/ 43 w 97"/>
                  <a:gd name="T25" fmla="*/ 24 h 79"/>
                  <a:gd name="T26" fmla="*/ 33 w 97"/>
                  <a:gd name="T27" fmla="*/ 43 h 79"/>
                  <a:gd name="T28" fmla="*/ 15 w 97"/>
                  <a:gd name="T29" fmla="*/ 31 h 79"/>
                  <a:gd name="T30" fmla="*/ 31 w 97"/>
                  <a:gd name="T31" fmla="*/ 12 h 79"/>
                  <a:gd name="T32" fmla="*/ 43 w 97"/>
                  <a:gd name="T33" fmla="*/ 21 h 79"/>
                  <a:gd name="T34" fmla="*/ 43 w 97"/>
                  <a:gd name="T35" fmla="*/ 24 h 7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97" h="79">
                    <a:moveTo>
                      <a:pt x="49" y="8"/>
                    </a:moveTo>
                    <a:cubicBezTo>
                      <a:pt x="46" y="5"/>
                      <a:pt x="40" y="0"/>
                      <a:pt x="34" y="0"/>
                    </a:cubicBezTo>
                    <a:cubicBezTo>
                      <a:pt x="28" y="0"/>
                      <a:pt x="28" y="0"/>
                      <a:pt x="28" y="0"/>
                    </a:cubicBezTo>
                    <a:cubicBezTo>
                      <a:pt x="21" y="0"/>
                      <a:pt x="2" y="28"/>
                      <a:pt x="0" y="36"/>
                    </a:cubicBezTo>
                    <a:cubicBezTo>
                      <a:pt x="10" y="38"/>
                      <a:pt x="61" y="79"/>
                      <a:pt x="67" y="79"/>
                    </a:cubicBezTo>
                    <a:cubicBezTo>
                      <a:pt x="69" y="79"/>
                      <a:pt x="72" y="72"/>
                      <a:pt x="73" y="70"/>
                    </a:cubicBezTo>
                    <a:cubicBezTo>
                      <a:pt x="42" y="50"/>
                      <a:pt x="42" y="50"/>
                      <a:pt x="42" y="50"/>
                    </a:cubicBezTo>
                    <a:cubicBezTo>
                      <a:pt x="44" y="45"/>
                      <a:pt x="51" y="31"/>
                      <a:pt x="58" y="31"/>
                    </a:cubicBezTo>
                    <a:cubicBezTo>
                      <a:pt x="66" y="31"/>
                      <a:pt x="83" y="44"/>
                      <a:pt x="89" y="44"/>
                    </a:cubicBezTo>
                    <a:cubicBezTo>
                      <a:pt x="92" y="44"/>
                      <a:pt x="95" y="38"/>
                      <a:pt x="97" y="36"/>
                    </a:cubicBezTo>
                    <a:cubicBezTo>
                      <a:pt x="92" y="33"/>
                      <a:pt x="65" y="21"/>
                      <a:pt x="62" y="21"/>
                    </a:cubicBezTo>
                    <a:cubicBezTo>
                      <a:pt x="46" y="19"/>
                      <a:pt x="59" y="19"/>
                      <a:pt x="49" y="8"/>
                    </a:cubicBezTo>
                    <a:close/>
                    <a:moveTo>
                      <a:pt x="43" y="24"/>
                    </a:moveTo>
                    <a:cubicBezTo>
                      <a:pt x="43" y="30"/>
                      <a:pt x="36" y="39"/>
                      <a:pt x="33" y="43"/>
                    </a:cubicBezTo>
                    <a:cubicBezTo>
                      <a:pt x="30" y="41"/>
                      <a:pt x="15" y="34"/>
                      <a:pt x="15" y="31"/>
                    </a:cubicBezTo>
                    <a:cubicBezTo>
                      <a:pt x="15" y="24"/>
                      <a:pt x="26" y="15"/>
                      <a:pt x="31" y="12"/>
                    </a:cubicBezTo>
                    <a:cubicBezTo>
                      <a:pt x="36" y="13"/>
                      <a:pt x="43" y="15"/>
                      <a:pt x="43" y="21"/>
                    </a:cubicBezTo>
                    <a:lnTo>
                      <a:pt x="43" y="2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5" name="iSḻîdé"/>
              <p:cNvSpPr/>
              <p:nvPr/>
            </p:nvSpPr>
            <p:spPr bwMode="auto">
              <a:xfrm>
                <a:off x="1428750" y="4591050"/>
                <a:ext cx="260350" cy="273050"/>
              </a:xfrm>
              <a:custGeom>
                <a:avLst/>
                <a:gdLst>
                  <a:gd name="T0" fmla="*/ 42 w 79"/>
                  <a:gd name="T1" fmla="*/ 39 h 83"/>
                  <a:gd name="T2" fmla="*/ 33 w 79"/>
                  <a:gd name="T3" fmla="*/ 45 h 83"/>
                  <a:gd name="T4" fmla="*/ 40 w 79"/>
                  <a:gd name="T5" fmla="*/ 56 h 83"/>
                  <a:gd name="T6" fmla="*/ 24 w 79"/>
                  <a:gd name="T7" fmla="*/ 67 h 83"/>
                  <a:gd name="T8" fmla="*/ 11 w 79"/>
                  <a:gd name="T9" fmla="*/ 43 h 83"/>
                  <a:gd name="T10" fmla="*/ 11 w 79"/>
                  <a:gd name="T11" fmla="*/ 40 h 83"/>
                  <a:gd name="T12" fmla="*/ 45 w 79"/>
                  <a:gd name="T13" fmla="*/ 11 h 83"/>
                  <a:gd name="T14" fmla="*/ 49 w 79"/>
                  <a:gd name="T15" fmla="*/ 11 h 83"/>
                  <a:gd name="T16" fmla="*/ 68 w 79"/>
                  <a:gd name="T17" fmla="*/ 33 h 83"/>
                  <a:gd name="T18" fmla="*/ 64 w 79"/>
                  <a:gd name="T19" fmla="*/ 40 h 83"/>
                  <a:gd name="T20" fmla="*/ 68 w 79"/>
                  <a:gd name="T21" fmla="*/ 51 h 83"/>
                  <a:gd name="T22" fmla="*/ 79 w 79"/>
                  <a:gd name="T23" fmla="*/ 31 h 83"/>
                  <a:gd name="T24" fmla="*/ 79 w 79"/>
                  <a:gd name="T25" fmla="*/ 27 h 83"/>
                  <a:gd name="T26" fmla="*/ 52 w 79"/>
                  <a:gd name="T27" fmla="*/ 0 h 83"/>
                  <a:gd name="T28" fmla="*/ 42 w 79"/>
                  <a:gd name="T29" fmla="*/ 0 h 83"/>
                  <a:gd name="T30" fmla="*/ 0 w 79"/>
                  <a:gd name="T31" fmla="*/ 36 h 83"/>
                  <a:gd name="T32" fmla="*/ 0 w 79"/>
                  <a:gd name="T33" fmla="*/ 43 h 83"/>
                  <a:gd name="T34" fmla="*/ 21 w 79"/>
                  <a:gd name="T35" fmla="*/ 83 h 83"/>
                  <a:gd name="T36" fmla="*/ 56 w 79"/>
                  <a:gd name="T37" fmla="*/ 59 h 83"/>
                  <a:gd name="T38" fmla="*/ 42 w 79"/>
                  <a:gd name="T39" fmla="*/ 39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79" h="83">
                    <a:moveTo>
                      <a:pt x="42" y="39"/>
                    </a:moveTo>
                    <a:cubicBezTo>
                      <a:pt x="33" y="45"/>
                      <a:pt x="33" y="45"/>
                      <a:pt x="33" y="45"/>
                    </a:cubicBezTo>
                    <a:cubicBezTo>
                      <a:pt x="40" y="56"/>
                      <a:pt x="40" y="56"/>
                      <a:pt x="40" y="56"/>
                    </a:cubicBezTo>
                    <a:cubicBezTo>
                      <a:pt x="24" y="67"/>
                      <a:pt x="24" y="67"/>
                      <a:pt x="24" y="67"/>
                    </a:cubicBezTo>
                    <a:cubicBezTo>
                      <a:pt x="20" y="62"/>
                      <a:pt x="11" y="51"/>
                      <a:pt x="11" y="43"/>
                    </a:cubicBezTo>
                    <a:cubicBezTo>
                      <a:pt x="11" y="40"/>
                      <a:pt x="11" y="40"/>
                      <a:pt x="11" y="40"/>
                    </a:cubicBezTo>
                    <a:cubicBezTo>
                      <a:pt x="11" y="28"/>
                      <a:pt x="32" y="11"/>
                      <a:pt x="45" y="11"/>
                    </a:cubicBezTo>
                    <a:cubicBezTo>
                      <a:pt x="49" y="11"/>
                      <a:pt x="49" y="11"/>
                      <a:pt x="49" y="11"/>
                    </a:cubicBezTo>
                    <a:cubicBezTo>
                      <a:pt x="60" y="11"/>
                      <a:pt x="68" y="21"/>
                      <a:pt x="68" y="33"/>
                    </a:cubicBezTo>
                    <a:cubicBezTo>
                      <a:pt x="68" y="38"/>
                      <a:pt x="64" y="37"/>
                      <a:pt x="64" y="40"/>
                    </a:cubicBezTo>
                    <a:cubicBezTo>
                      <a:pt x="64" y="44"/>
                      <a:pt x="67" y="46"/>
                      <a:pt x="68" y="51"/>
                    </a:cubicBezTo>
                    <a:cubicBezTo>
                      <a:pt x="75" y="49"/>
                      <a:pt x="79" y="40"/>
                      <a:pt x="79" y="31"/>
                    </a:cubicBezTo>
                    <a:cubicBezTo>
                      <a:pt x="79" y="27"/>
                      <a:pt x="79" y="27"/>
                      <a:pt x="79" y="27"/>
                    </a:cubicBezTo>
                    <a:cubicBezTo>
                      <a:pt x="79" y="16"/>
                      <a:pt x="63" y="0"/>
                      <a:pt x="52" y="0"/>
                    </a:cubicBezTo>
                    <a:cubicBezTo>
                      <a:pt x="42" y="0"/>
                      <a:pt x="42" y="0"/>
                      <a:pt x="42" y="0"/>
                    </a:cubicBezTo>
                    <a:cubicBezTo>
                      <a:pt x="28" y="0"/>
                      <a:pt x="0" y="21"/>
                      <a:pt x="0" y="36"/>
                    </a:cubicBezTo>
                    <a:cubicBezTo>
                      <a:pt x="0" y="43"/>
                      <a:pt x="0" y="43"/>
                      <a:pt x="0" y="43"/>
                    </a:cubicBezTo>
                    <a:cubicBezTo>
                      <a:pt x="0" y="57"/>
                      <a:pt x="15" y="72"/>
                      <a:pt x="21" y="83"/>
                    </a:cubicBezTo>
                    <a:cubicBezTo>
                      <a:pt x="56" y="59"/>
                      <a:pt x="56" y="59"/>
                      <a:pt x="56" y="59"/>
                    </a:cubicBezTo>
                    <a:lnTo>
                      <a:pt x="42" y="3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6" name="íšľïḋê"/>
              <p:cNvSpPr/>
              <p:nvPr/>
            </p:nvSpPr>
            <p:spPr bwMode="auto">
              <a:xfrm>
                <a:off x="1214438" y="4303713"/>
                <a:ext cx="327025" cy="303213"/>
              </a:xfrm>
              <a:custGeom>
                <a:avLst/>
                <a:gdLst>
                  <a:gd name="T0" fmla="*/ 99 w 99"/>
                  <a:gd name="T1" fmla="*/ 49 h 92"/>
                  <a:gd name="T2" fmla="*/ 96 w 99"/>
                  <a:gd name="T3" fmla="*/ 41 h 92"/>
                  <a:gd name="T4" fmla="*/ 44 w 99"/>
                  <a:gd name="T5" fmla="*/ 71 h 92"/>
                  <a:gd name="T6" fmla="*/ 76 w 99"/>
                  <a:gd name="T7" fmla="*/ 8 h 92"/>
                  <a:gd name="T8" fmla="*/ 71 w 99"/>
                  <a:gd name="T9" fmla="*/ 0 h 92"/>
                  <a:gd name="T10" fmla="*/ 0 w 99"/>
                  <a:gd name="T11" fmla="*/ 40 h 92"/>
                  <a:gd name="T12" fmla="*/ 5 w 99"/>
                  <a:gd name="T13" fmla="*/ 50 h 92"/>
                  <a:gd name="T14" fmla="*/ 57 w 99"/>
                  <a:gd name="T15" fmla="*/ 19 h 92"/>
                  <a:gd name="T16" fmla="*/ 25 w 99"/>
                  <a:gd name="T17" fmla="*/ 83 h 92"/>
                  <a:gd name="T18" fmla="*/ 31 w 99"/>
                  <a:gd name="T19" fmla="*/ 92 h 92"/>
                  <a:gd name="T20" fmla="*/ 99 w 99"/>
                  <a:gd name="T21" fmla="*/ 49 h 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99" h="92">
                    <a:moveTo>
                      <a:pt x="99" y="49"/>
                    </a:moveTo>
                    <a:cubicBezTo>
                      <a:pt x="99" y="45"/>
                      <a:pt x="97" y="49"/>
                      <a:pt x="96" y="41"/>
                    </a:cubicBezTo>
                    <a:cubicBezTo>
                      <a:pt x="44" y="71"/>
                      <a:pt x="44" y="71"/>
                      <a:pt x="44" y="71"/>
                    </a:cubicBezTo>
                    <a:cubicBezTo>
                      <a:pt x="47" y="60"/>
                      <a:pt x="76" y="13"/>
                      <a:pt x="76" y="8"/>
                    </a:cubicBezTo>
                    <a:cubicBezTo>
                      <a:pt x="76" y="8"/>
                      <a:pt x="71" y="0"/>
                      <a:pt x="71" y="0"/>
                    </a:cubicBezTo>
                    <a:cubicBezTo>
                      <a:pt x="0" y="40"/>
                      <a:pt x="0" y="40"/>
                      <a:pt x="0" y="40"/>
                    </a:cubicBezTo>
                    <a:cubicBezTo>
                      <a:pt x="5" y="50"/>
                      <a:pt x="5" y="50"/>
                      <a:pt x="5" y="50"/>
                    </a:cubicBezTo>
                    <a:cubicBezTo>
                      <a:pt x="57" y="19"/>
                      <a:pt x="57" y="19"/>
                      <a:pt x="57" y="19"/>
                    </a:cubicBezTo>
                    <a:cubicBezTo>
                      <a:pt x="54" y="27"/>
                      <a:pt x="25" y="80"/>
                      <a:pt x="25" y="83"/>
                    </a:cubicBezTo>
                    <a:cubicBezTo>
                      <a:pt x="25" y="87"/>
                      <a:pt x="28" y="90"/>
                      <a:pt x="31" y="92"/>
                    </a:cubicBezTo>
                    <a:cubicBezTo>
                      <a:pt x="39" y="86"/>
                      <a:pt x="99" y="54"/>
                      <a:pt x="99" y="49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7" name="îśľïďe"/>
              <p:cNvSpPr/>
              <p:nvPr/>
            </p:nvSpPr>
            <p:spPr bwMode="auto">
              <a:xfrm>
                <a:off x="3724275" y="4268788"/>
                <a:ext cx="269875" cy="230188"/>
              </a:xfrm>
              <a:custGeom>
                <a:avLst/>
                <a:gdLst>
                  <a:gd name="T0" fmla="*/ 0 w 82"/>
                  <a:gd name="T1" fmla="*/ 25 h 70"/>
                  <a:gd name="T2" fmla="*/ 0 w 82"/>
                  <a:gd name="T3" fmla="*/ 34 h 70"/>
                  <a:gd name="T4" fmla="*/ 24 w 82"/>
                  <a:gd name="T5" fmla="*/ 52 h 70"/>
                  <a:gd name="T6" fmla="*/ 61 w 82"/>
                  <a:gd name="T7" fmla="*/ 27 h 70"/>
                  <a:gd name="T8" fmla="*/ 71 w 82"/>
                  <a:gd name="T9" fmla="*/ 36 h 70"/>
                  <a:gd name="T10" fmla="*/ 71 w 82"/>
                  <a:gd name="T11" fmla="*/ 39 h 70"/>
                  <a:gd name="T12" fmla="*/ 59 w 82"/>
                  <a:gd name="T13" fmla="*/ 58 h 70"/>
                  <a:gd name="T14" fmla="*/ 48 w 82"/>
                  <a:gd name="T15" fmla="*/ 58 h 70"/>
                  <a:gd name="T16" fmla="*/ 49 w 82"/>
                  <a:gd name="T17" fmla="*/ 70 h 70"/>
                  <a:gd name="T18" fmla="*/ 57 w 82"/>
                  <a:gd name="T19" fmla="*/ 70 h 70"/>
                  <a:gd name="T20" fmla="*/ 82 w 82"/>
                  <a:gd name="T21" fmla="*/ 43 h 70"/>
                  <a:gd name="T22" fmla="*/ 82 w 82"/>
                  <a:gd name="T23" fmla="*/ 33 h 70"/>
                  <a:gd name="T24" fmla="*/ 64 w 82"/>
                  <a:gd name="T25" fmla="*/ 16 h 70"/>
                  <a:gd name="T26" fmla="*/ 55 w 82"/>
                  <a:gd name="T27" fmla="*/ 16 h 70"/>
                  <a:gd name="T28" fmla="*/ 24 w 82"/>
                  <a:gd name="T29" fmla="*/ 40 h 70"/>
                  <a:gd name="T30" fmla="*/ 18 w 82"/>
                  <a:gd name="T31" fmla="*/ 40 h 70"/>
                  <a:gd name="T32" fmla="*/ 11 w 82"/>
                  <a:gd name="T33" fmla="*/ 33 h 70"/>
                  <a:gd name="T34" fmla="*/ 11 w 82"/>
                  <a:gd name="T35" fmla="*/ 27 h 70"/>
                  <a:gd name="T36" fmla="*/ 22 w 82"/>
                  <a:gd name="T37" fmla="*/ 11 h 70"/>
                  <a:gd name="T38" fmla="*/ 31 w 82"/>
                  <a:gd name="T39" fmla="*/ 10 h 70"/>
                  <a:gd name="T40" fmla="*/ 34 w 82"/>
                  <a:gd name="T41" fmla="*/ 0 h 70"/>
                  <a:gd name="T42" fmla="*/ 22 w 82"/>
                  <a:gd name="T43" fmla="*/ 0 h 70"/>
                  <a:gd name="T44" fmla="*/ 0 w 82"/>
                  <a:gd name="T45" fmla="*/ 2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82" h="70">
                    <a:moveTo>
                      <a:pt x="0" y="25"/>
                    </a:moveTo>
                    <a:cubicBezTo>
                      <a:pt x="0" y="34"/>
                      <a:pt x="0" y="34"/>
                      <a:pt x="0" y="34"/>
                    </a:cubicBezTo>
                    <a:cubicBezTo>
                      <a:pt x="0" y="45"/>
                      <a:pt x="13" y="52"/>
                      <a:pt x="24" y="52"/>
                    </a:cubicBezTo>
                    <a:cubicBezTo>
                      <a:pt x="38" y="52"/>
                      <a:pt x="48" y="27"/>
                      <a:pt x="61" y="27"/>
                    </a:cubicBezTo>
                    <a:cubicBezTo>
                      <a:pt x="65" y="27"/>
                      <a:pt x="71" y="32"/>
                      <a:pt x="71" y="36"/>
                    </a:cubicBezTo>
                    <a:cubicBezTo>
                      <a:pt x="71" y="39"/>
                      <a:pt x="71" y="39"/>
                      <a:pt x="71" y="39"/>
                    </a:cubicBezTo>
                    <a:cubicBezTo>
                      <a:pt x="71" y="49"/>
                      <a:pt x="66" y="54"/>
                      <a:pt x="59" y="58"/>
                    </a:cubicBezTo>
                    <a:cubicBezTo>
                      <a:pt x="48" y="58"/>
                      <a:pt x="48" y="58"/>
                      <a:pt x="48" y="58"/>
                    </a:cubicBezTo>
                    <a:cubicBezTo>
                      <a:pt x="46" y="61"/>
                      <a:pt x="41" y="70"/>
                      <a:pt x="49" y="70"/>
                    </a:cubicBezTo>
                    <a:cubicBezTo>
                      <a:pt x="57" y="70"/>
                      <a:pt x="57" y="70"/>
                      <a:pt x="57" y="70"/>
                    </a:cubicBezTo>
                    <a:cubicBezTo>
                      <a:pt x="67" y="70"/>
                      <a:pt x="82" y="53"/>
                      <a:pt x="82" y="43"/>
                    </a:cubicBezTo>
                    <a:cubicBezTo>
                      <a:pt x="82" y="33"/>
                      <a:pt x="82" y="33"/>
                      <a:pt x="82" y="33"/>
                    </a:cubicBezTo>
                    <a:cubicBezTo>
                      <a:pt x="82" y="25"/>
                      <a:pt x="71" y="16"/>
                      <a:pt x="64" y="16"/>
                    </a:cubicBezTo>
                    <a:cubicBezTo>
                      <a:pt x="55" y="16"/>
                      <a:pt x="55" y="16"/>
                      <a:pt x="55" y="16"/>
                    </a:cubicBezTo>
                    <a:cubicBezTo>
                      <a:pt x="48" y="16"/>
                      <a:pt x="31" y="40"/>
                      <a:pt x="24" y="40"/>
                    </a:cubicBezTo>
                    <a:cubicBezTo>
                      <a:pt x="18" y="40"/>
                      <a:pt x="18" y="40"/>
                      <a:pt x="18" y="40"/>
                    </a:cubicBezTo>
                    <a:cubicBezTo>
                      <a:pt x="14" y="40"/>
                      <a:pt x="11" y="36"/>
                      <a:pt x="11" y="33"/>
                    </a:cubicBezTo>
                    <a:cubicBezTo>
                      <a:pt x="11" y="27"/>
                      <a:pt x="11" y="27"/>
                      <a:pt x="11" y="27"/>
                    </a:cubicBezTo>
                    <a:cubicBezTo>
                      <a:pt x="11" y="21"/>
                      <a:pt x="17" y="11"/>
                      <a:pt x="22" y="11"/>
                    </a:cubicBezTo>
                    <a:cubicBezTo>
                      <a:pt x="31" y="10"/>
                      <a:pt x="31" y="10"/>
                      <a:pt x="31" y="10"/>
                    </a:cubicBezTo>
                    <a:cubicBezTo>
                      <a:pt x="34" y="0"/>
                      <a:pt x="34" y="0"/>
                      <a:pt x="34" y="0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11" y="0"/>
                      <a:pt x="0" y="16"/>
                      <a:pt x="0" y="25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8" name="ïṩľiḓé"/>
              <p:cNvSpPr/>
              <p:nvPr/>
            </p:nvSpPr>
            <p:spPr bwMode="auto">
              <a:xfrm>
                <a:off x="3802063" y="4143375"/>
                <a:ext cx="271463" cy="107950"/>
              </a:xfrm>
              <a:custGeom>
                <a:avLst/>
                <a:gdLst>
                  <a:gd name="T0" fmla="*/ 171 w 171"/>
                  <a:gd name="T1" fmla="*/ 41 h 68"/>
                  <a:gd name="T2" fmla="*/ 3 w 171"/>
                  <a:gd name="T3" fmla="*/ 0 h 68"/>
                  <a:gd name="T4" fmla="*/ 0 w 171"/>
                  <a:gd name="T5" fmla="*/ 20 h 68"/>
                  <a:gd name="T6" fmla="*/ 167 w 171"/>
                  <a:gd name="T7" fmla="*/ 68 h 68"/>
                  <a:gd name="T8" fmla="*/ 171 w 171"/>
                  <a:gd name="T9" fmla="*/ 41 h 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1" h="68">
                    <a:moveTo>
                      <a:pt x="171" y="41"/>
                    </a:moveTo>
                    <a:lnTo>
                      <a:pt x="3" y="0"/>
                    </a:lnTo>
                    <a:lnTo>
                      <a:pt x="0" y="20"/>
                    </a:lnTo>
                    <a:lnTo>
                      <a:pt x="167" y="68"/>
                    </a:lnTo>
                    <a:lnTo>
                      <a:pt x="171" y="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29" name="ïŝľîdé"/>
              <p:cNvSpPr/>
              <p:nvPr/>
            </p:nvSpPr>
            <p:spPr bwMode="auto">
              <a:xfrm>
                <a:off x="1104900" y="4146550"/>
                <a:ext cx="300038" cy="230188"/>
              </a:xfrm>
              <a:custGeom>
                <a:avLst/>
                <a:gdLst>
                  <a:gd name="T0" fmla="*/ 85 w 91"/>
                  <a:gd name="T1" fmla="*/ 0 h 70"/>
                  <a:gd name="T2" fmla="*/ 0 w 91"/>
                  <a:gd name="T3" fmla="*/ 0 h 70"/>
                  <a:gd name="T4" fmla="*/ 8 w 91"/>
                  <a:gd name="T5" fmla="*/ 12 h 70"/>
                  <a:gd name="T6" fmla="*/ 28 w 91"/>
                  <a:gd name="T7" fmla="*/ 12 h 70"/>
                  <a:gd name="T8" fmla="*/ 39 w 91"/>
                  <a:gd name="T9" fmla="*/ 42 h 70"/>
                  <a:gd name="T10" fmla="*/ 22 w 91"/>
                  <a:gd name="T11" fmla="*/ 61 h 70"/>
                  <a:gd name="T12" fmla="*/ 25 w 91"/>
                  <a:gd name="T13" fmla="*/ 70 h 70"/>
                  <a:gd name="T14" fmla="*/ 91 w 91"/>
                  <a:gd name="T15" fmla="*/ 9 h 70"/>
                  <a:gd name="T16" fmla="*/ 85 w 91"/>
                  <a:gd name="T17" fmla="*/ 0 h 70"/>
                  <a:gd name="T18" fmla="*/ 47 w 91"/>
                  <a:gd name="T19" fmla="*/ 35 h 70"/>
                  <a:gd name="T20" fmla="*/ 39 w 91"/>
                  <a:gd name="T21" fmla="*/ 12 h 70"/>
                  <a:gd name="T22" fmla="*/ 73 w 91"/>
                  <a:gd name="T23" fmla="*/ 12 h 70"/>
                  <a:gd name="T24" fmla="*/ 47 w 91"/>
                  <a:gd name="T25" fmla="*/ 3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" h="70">
                    <a:moveTo>
                      <a:pt x="85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1" y="5"/>
                      <a:pt x="3" y="12"/>
                      <a:pt x="8" y="12"/>
                    </a:cubicBezTo>
                    <a:cubicBezTo>
                      <a:pt x="28" y="12"/>
                      <a:pt x="28" y="12"/>
                      <a:pt x="28" y="12"/>
                    </a:cubicBezTo>
                    <a:cubicBezTo>
                      <a:pt x="29" y="21"/>
                      <a:pt x="39" y="37"/>
                      <a:pt x="39" y="42"/>
                    </a:cubicBezTo>
                    <a:cubicBezTo>
                      <a:pt x="39" y="45"/>
                      <a:pt x="22" y="55"/>
                      <a:pt x="22" y="61"/>
                    </a:cubicBezTo>
                    <a:cubicBezTo>
                      <a:pt x="22" y="64"/>
                      <a:pt x="24" y="66"/>
                      <a:pt x="25" y="70"/>
                    </a:cubicBezTo>
                    <a:cubicBezTo>
                      <a:pt x="91" y="9"/>
                      <a:pt x="91" y="9"/>
                      <a:pt x="91" y="9"/>
                    </a:cubicBezTo>
                    <a:cubicBezTo>
                      <a:pt x="90" y="4"/>
                      <a:pt x="90" y="0"/>
                      <a:pt x="85" y="0"/>
                    </a:cubicBezTo>
                    <a:close/>
                    <a:moveTo>
                      <a:pt x="47" y="35"/>
                    </a:moveTo>
                    <a:cubicBezTo>
                      <a:pt x="39" y="12"/>
                      <a:pt x="39" y="12"/>
                      <a:pt x="39" y="12"/>
                    </a:cubicBezTo>
                    <a:cubicBezTo>
                      <a:pt x="73" y="12"/>
                      <a:pt x="73" y="12"/>
                      <a:pt x="73" y="12"/>
                    </a:cubicBezTo>
                    <a:lnTo>
                      <a:pt x="47" y="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0" name="ïs1ïḋe"/>
              <p:cNvSpPr/>
              <p:nvPr/>
            </p:nvSpPr>
            <p:spPr bwMode="auto">
              <a:xfrm>
                <a:off x="1076325" y="3840163"/>
                <a:ext cx="282575" cy="196850"/>
              </a:xfrm>
              <a:custGeom>
                <a:avLst/>
                <a:gdLst>
                  <a:gd name="T0" fmla="*/ 54 w 178"/>
                  <a:gd name="T1" fmla="*/ 103 h 124"/>
                  <a:gd name="T2" fmla="*/ 6 w 178"/>
                  <a:gd name="T3" fmla="*/ 103 h 124"/>
                  <a:gd name="T4" fmla="*/ 6 w 178"/>
                  <a:gd name="T5" fmla="*/ 124 h 124"/>
                  <a:gd name="T6" fmla="*/ 178 w 178"/>
                  <a:gd name="T7" fmla="*/ 118 h 124"/>
                  <a:gd name="T8" fmla="*/ 178 w 178"/>
                  <a:gd name="T9" fmla="*/ 97 h 124"/>
                  <a:gd name="T10" fmla="*/ 112 w 178"/>
                  <a:gd name="T11" fmla="*/ 97 h 124"/>
                  <a:gd name="T12" fmla="*/ 104 w 178"/>
                  <a:gd name="T13" fmla="*/ 25 h 124"/>
                  <a:gd name="T14" fmla="*/ 176 w 178"/>
                  <a:gd name="T15" fmla="*/ 22 h 124"/>
                  <a:gd name="T16" fmla="*/ 176 w 178"/>
                  <a:gd name="T17" fmla="*/ 0 h 124"/>
                  <a:gd name="T18" fmla="*/ 31 w 178"/>
                  <a:gd name="T19" fmla="*/ 6 h 124"/>
                  <a:gd name="T20" fmla="*/ 0 w 178"/>
                  <a:gd name="T21" fmla="*/ 6 h 124"/>
                  <a:gd name="T22" fmla="*/ 0 w 178"/>
                  <a:gd name="T23" fmla="*/ 29 h 124"/>
                  <a:gd name="T24" fmla="*/ 41 w 178"/>
                  <a:gd name="T25" fmla="*/ 27 h 124"/>
                  <a:gd name="T26" fmla="*/ 83 w 178"/>
                  <a:gd name="T27" fmla="*/ 27 h 124"/>
                  <a:gd name="T28" fmla="*/ 87 w 178"/>
                  <a:gd name="T29" fmla="*/ 79 h 124"/>
                  <a:gd name="T30" fmla="*/ 87 w 178"/>
                  <a:gd name="T31" fmla="*/ 101 h 124"/>
                  <a:gd name="T32" fmla="*/ 54 w 178"/>
                  <a:gd name="T33" fmla="*/ 103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78" h="124">
                    <a:moveTo>
                      <a:pt x="54" y="103"/>
                    </a:moveTo>
                    <a:lnTo>
                      <a:pt x="6" y="103"/>
                    </a:lnTo>
                    <a:lnTo>
                      <a:pt x="6" y="124"/>
                    </a:lnTo>
                    <a:lnTo>
                      <a:pt x="178" y="118"/>
                    </a:lnTo>
                    <a:lnTo>
                      <a:pt x="178" y="97"/>
                    </a:lnTo>
                    <a:lnTo>
                      <a:pt x="112" y="97"/>
                    </a:lnTo>
                    <a:lnTo>
                      <a:pt x="104" y="25"/>
                    </a:lnTo>
                    <a:lnTo>
                      <a:pt x="176" y="22"/>
                    </a:lnTo>
                    <a:lnTo>
                      <a:pt x="176" y="0"/>
                    </a:lnTo>
                    <a:lnTo>
                      <a:pt x="31" y="6"/>
                    </a:lnTo>
                    <a:lnTo>
                      <a:pt x="0" y="6"/>
                    </a:lnTo>
                    <a:lnTo>
                      <a:pt x="0" y="29"/>
                    </a:lnTo>
                    <a:lnTo>
                      <a:pt x="41" y="27"/>
                    </a:lnTo>
                    <a:lnTo>
                      <a:pt x="83" y="27"/>
                    </a:lnTo>
                    <a:lnTo>
                      <a:pt x="87" y="79"/>
                    </a:lnTo>
                    <a:lnTo>
                      <a:pt x="87" y="101"/>
                    </a:lnTo>
                    <a:lnTo>
                      <a:pt x="54" y="1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1" name="iŝļíďè"/>
              <p:cNvSpPr/>
              <p:nvPr/>
            </p:nvSpPr>
            <p:spPr bwMode="auto">
              <a:xfrm>
                <a:off x="3822700" y="3895725"/>
                <a:ext cx="287338" cy="198438"/>
              </a:xfrm>
              <a:custGeom>
                <a:avLst/>
                <a:gdLst>
                  <a:gd name="T0" fmla="*/ 7 w 87"/>
                  <a:gd name="T1" fmla="*/ 60 h 60"/>
                  <a:gd name="T2" fmla="*/ 13 w 87"/>
                  <a:gd name="T3" fmla="*/ 60 h 60"/>
                  <a:gd name="T4" fmla="*/ 15 w 87"/>
                  <a:gd name="T5" fmla="*/ 37 h 60"/>
                  <a:gd name="T6" fmla="*/ 87 w 87"/>
                  <a:gd name="T7" fmla="*/ 44 h 60"/>
                  <a:gd name="T8" fmla="*/ 87 w 87"/>
                  <a:gd name="T9" fmla="*/ 33 h 60"/>
                  <a:gd name="T10" fmla="*/ 18 w 87"/>
                  <a:gd name="T11" fmla="*/ 25 h 60"/>
                  <a:gd name="T12" fmla="*/ 17 w 87"/>
                  <a:gd name="T13" fmla="*/ 17 h 60"/>
                  <a:gd name="T14" fmla="*/ 19 w 87"/>
                  <a:gd name="T15" fmla="*/ 0 h 60"/>
                  <a:gd name="T16" fmla="*/ 9 w 87"/>
                  <a:gd name="T17" fmla="*/ 0 h 60"/>
                  <a:gd name="T18" fmla="*/ 5 w 87"/>
                  <a:gd name="T19" fmla="*/ 33 h 60"/>
                  <a:gd name="T20" fmla="*/ 7 w 87"/>
                  <a:gd name="T21" fmla="*/ 6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7" h="60">
                    <a:moveTo>
                      <a:pt x="7" y="60"/>
                    </a:moveTo>
                    <a:cubicBezTo>
                      <a:pt x="13" y="60"/>
                      <a:pt x="13" y="60"/>
                      <a:pt x="13" y="60"/>
                    </a:cubicBezTo>
                    <a:cubicBezTo>
                      <a:pt x="15" y="37"/>
                      <a:pt x="15" y="37"/>
                      <a:pt x="15" y="37"/>
                    </a:cubicBezTo>
                    <a:cubicBezTo>
                      <a:pt x="87" y="44"/>
                      <a:pt x="87" y="44"/>
                      <a:pt x="87" y="44"/>
                    </a:cubicBezTo>
                    <a:cubicBezTo>
                      <a:pt x="87" y="33"/>
                      <a:pt x="87" y="33"/>
                      <a:pt x="87" y="33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7" y="17"/>
                      <a:pt x="17" y="17"/>
                      <a:pt x="17" y="17"/>
                    </a:cubicBezTo>
                    <a:cubicBezTo>
                      <a:pt x="19" y="0"/>
                      <a:pt x="19" y="0"/>
                      <a:pt x="19" y="0"/>
                    </a:cubicBezTo>
                    <a:cubicBezTo>
                      <a:pt x="9" y="0"/>
                      <a:pt x="9" y="0"/>
                      <a:pt x="9" y="0"/>
                    </a:cubicBezTo>
                    <a:cubicBezTo>
                      <a:pt x="6" y="10"/>
                      <a:pt x="7" y="22"/>
                      <a:pt x="5" y="33"/>
                    </a:cubicBezTo>
                    <a:cubicBezTo>
                      <a:pt x="5" y="39"/>
                      <a:pt x="0" y="60"/>
                      <a:pt x="7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2" name="ïṩḻiďè"/>
              <p:cNvSpPr/>
              <p:nvPr/>
            </p:nvSpPr>
            <p:spPr bwMode="auto">
              <a:xfrm>
                <a:off x="3852863" y="3602038"/>
                <a:ext cx="276225" cy="220663"/>
              </a:xfrm>
              <a:custGeom>
                <a:avLst/>
                <a:gdLst>
                  <a:gd name="T0" fmla="*/ 0 w 84"/>
                  <a:gd name="T1" fmla="*/ 67 h 67"/>
                  <a:gd name="T2" fmla="*/ 47 w 84"/>
                  <a:gd name="T3" fmla="*/ 43 h 67"/>
                  <a:gd name="T4" fmla="*/ 53 w 84"/>
                  <a:gd name="T5" fmla="*/ 43 h 67"/>
                  <a:gd name="T6" fmla="*/ 84 w 84"/>
                  <a:gd name="T7" fmla="*/ 45 h 67"/>
                  <a:gd name="T8" fmla="*/ 84 w 84"/>
                  <a:gd name="T9" fmla="*/ 37 h 67"/>
                  <a:gd name="T10" fmla="*/ 49 w 84"/>
                  <a:gd name="T11" fmla="*/ 32 h 67"/>
                  <a:gd name="T12" fmla="*/ 5 w 84"/>
                  <a:gd name="T13" fmla="*/ 0 h 67"/>
                  <a:gd name="T14" fmla="*/ 4 w 84"/>
                  <a:gd name="T15" fmla="*/ 11 h 67"/>
                  <a:gd name="T16" fmla="*/ 35 w 84"/>
                  <a:gd name="T17" fmla="*/ 36 h 67"/>
                  <a:gd name="T18" fmla="*/ 0 w 84"/>
                  <a:gd name="T19" fmla="*/ 55 h 67"/>
                  <a:gd name="T20" fmla="*/ 0 w 84"/>
                  <a:gd name="T21" fmla="*/ 6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84" h="67">
                    <a:moveTo>
                      <a:pt x="0" y="67"/>
                    </a:moveTo>
                    <a:cubicBezTo>
                      <a:pt x="5" y="64"/>
                      <a:pt x="42" y="43"/>
                      <a:pt x="47" y="43"/>
                    </a:cubicBezTo>
                    <a:cubicBezTo>
                      <a:pt x="53" y="43"/>
                      <a:pt x="53" y="43"/>
                      <a:pt x="53" y="43"/>
                    </a:cubicBezTo>
                    <a:cubicBezTo>
                      <a:pt x="84" y="45"/>
                      <a:pt x="84" y="45"/>
                      <a:pt x="84" y="45"/>
                    </a:cubicBezTo>
                    <a:cubicBezTo>
                      <a:pt x="84" y="37"/>
                      <a:pt x="84" y="37"/>
                      <a:pt x="84" y="37"/>
                    </a:cubicBezTo>
                    <a:cubicBezTo>
                      <a:pt x="84" y="30"/>
                      <a:pt x="57" y="32"/>
                      <a:pt x="49" y="32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4" y="11"/>
                      <a:pt x="4" y="11"/>
                      <a:pt x="4" y="11"/>
                    </a:cubicBezTo>
                    <a:cubicBezTo>
                      <a:pt x="4" y="16"/>
                      <a:pt x="31" y="30"/>
                      <a:pt x="35" y="36"/>
                    </a:cubicBezTo>
                    <a:cubicBezTo>
                      <a:pt x="0" y="55"/>
                      <a:pt x="0" y="55"/>
                      <a:pt x="0" y="55"/>
                    </a:cubicBezTo>
                    <a:lnTo>
                      <a:pt x="0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3" name="íṧ1iḍé"/>
              <p:cNvSpPr/>
              <p:nvPr/>
            </p:nvSpPr>
            <p:spPr bwMode="auto">
              <a:xfrm>
                <a:off x="1082675" y="3568700"/>
                <a:ext cx="273050" cy="185738"/>
              </a:xfrm>
              <a:custGeom>
                <a:avLst/>
                <a:gdLst>
                  <a:gd name="T0" fmla="*/ 19 w 83"/>
                  <a:gd name="T1" fmla="*/ 56 h 56"/>
                  <a:gd name="T2" fmla="*/ 26 w 83"/>
                  <a:gd name="T3" fmla="*/ 56 h 56"/>
                  <a:gd name="T4" fmla="*/ 59 w 83"/>
                  <a:gd name="T5" fmla="*/ 13 h 56"/>
                  <a:gd name="T6" fmla="*/ 64 w 83"/>
                  <a:gd name="T7" fmla="*/ 13 h 56"/>
                  <a:gd name="T8" fmla="*/ 74 w 83"/>
                  <a:gd name="T9" fmla="*/ 25 h 56"/>
                  <a:gd name="T10" fmla="*/ 74 w 83"/>
                  <a:gd name="T11" fmla="*/ 34 h 56"/>
                  <a:gd name="T12" fmla="*/ 62 w 83"/>
                  <a:gd name="T13" fmla="*/ 44 h 56"/>
                  <a:gd name="T14" fmla="*/ 62 w 83"/>
                  <a:gd name="T15" fmla="*/ 56 h 56"/>
                  <a:gd name="T16" fmla="*/ 83 w 83"/>
                  <a:gd name="T17" fmla="*/ 36 h 56"/>
                  <a:gd name="T18" fmla="*/ 83 w 83"/>
                  <a:gd name="T19" fmla="*/ 22 h 56"/>
                  <a:gd name="T20" fmla="*/ 62 w 83"/>
                  <a:gd name="T21" fmla="*/ 3 h 56"/>
                  <a:gd name="T22" fmla="*/ 58 w 83"/>
                  <a:gd name="T23" fmla="*/ 3 h 56"/>
                  <a:gd name="T24" fmla="*/ 22 w 83"/>
                  <a:gd name="T25" fmla="*/ 46 h 56"/>
                  <a:gd name="T26" fmla="*/ 10 w 83"/>
                  <a:gd name="T27" fmla="*/ 33 h 56"/>
                  <a:gd name="T28" fmla="*/ 10 w 83"/>
                  <a:gd name="T29" fmla="*/ 27 h 56"/>
                  <a:gd name="T30" fmla="*/ 25 w 83"/>
                  <a:gd name="T31" fmla="*/ 12 h 56"/>
                  <a:gd name="T32" fmla="*/ 25 w 83"/>
                  <a:gd name="T33" fmla="*/ 0 h 56"/>
                  <a:gd name="T34" fmla="*/ 0 w 83"/>
                  <a:gd name="T35" fmla="*/ 33 h 56"/>
                  <a:gd name="T36" fmla="*/ 19 w 83"/>
                  <a:gd name="T3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</a:cxnLst>
                <a:rect l="0" t="0" r="r" b="b"/>
                <a:pathLst>
                  <a:path w="83" h="56">
                    <a:moveTo>
                      <a:pt x="19" y="56"/>
                    </a:moveTo>
                    <a:cubicBezTo>
                      <a:pt x="26" y="56"/>
                      <a:pt x="26" y="56"/>
                      <a:pt x="26" y="56"/>
                    </a:cubicBezTo>
                    <a:cubicBezTo>
                      <a:pt x="48" y="56"/>
                      <a:pt x="45" y="13"/>
                      <a:pt x="59" y="13"/>
                    </a:cubicBezTo>
                    <a:cubicBezTo>
                      <a:pt x="64" y="13"/>
                      <a:pt x="64" y="13"/>
                      <a:pt x="64" y="13"/>
                    </a:cubicBezTo>
                    <a:cubicBezTo>
                      <a:pt x="68" y="13"/>
                      <a:pt x="74" y="22"/>
                      <a:pt x="74" y="25"/>
                    </a:cubicBezTo>
                    <a:cubicBezTo>
                      <a:pt x="74" y="34"/>
                      <a:pt x="74" y="34"/>
                      <a:pt x="74" y="34"/>
                    </a:cubicBezTo>
                    <a:cubicBezTo>
                      <a:pt x="74" y="40"/>
                      <a:pt x="68" y="44"/>
                      <a:pt x="62" y="44"/>
                    </a:cubicBezTo>
                    <a:cubicBezTo>
                      <a:pt x="62" y="56"/>
                      <a:pt x="62" y="56"/>
                      <a:pt x="62" y="56"/>
                    </a:cubicBezTo>
                    <a:cubicBezTo>
                      <a:pt x="72" y="56"/>
                      <a:pt x="83" y="46"/>
                      <a:pt x="83" y="36"/>
                    </a:cubicBezTo>
                    <a:cubicBezTo>
                      <a:pt x="83" y="22"/>
                      <a:pt x="83" y="22"/>
                      <a:pt x="83" y="22"/>
                    </a:cubicBezTo>
                    <a:cubicBezTo>
                      <a:pt x="83" y="12"/>
                      <a:pt x="73" y="3"/>
                      <a:pt x="62" y="3"/>
                    </a:cubicBezTo>
                    <a:cubicBezTo>
                      <a:pt x="58" y="3"/>
                      <a:pt x="58" y="3"/>
                      <a:pt x="58" y="3"/>
                    </a:cubicBezTo>
                    <a:cubicBezTo>
                      <a:pt x="32" y="3"/>
                      <a:pt x="42" y="46"/>
                      <a:pt x="22" y="46"/>
                    </a:cubicBezTo>
                    <a:cubicBezTo>
                      <a:pt x="14" y="46"/>
                      <a:pt x="10" y="40"/>
                      <a:pt x="10" y="33"/>
                    </a:cubicBezTo>
                    <a:cubicBezTo>
                      <a:pt x="10" y="27"/>
                      <a:pt x="10" y="27"/>
                      <a:pt x="10" y="27"/>
                    </a:cubicBezTo>
                    <a:cubicBezTo>
                      <a:pt x="10" y="18"/>
                      <a:pt x="16" y="12"/>
                      <a:pt x="25" y="12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8" y="0"/>
                      <a:pt x="0" y="14"/>
                      <a:pt x="0" y="33"/>
                    </a:cubicBezTo>
                    <a:cubicBezTo>
                      <a:pt x="0" y="44"/>
                      <a:pt x="8" y="56"/>
                      <a:pt x="19" y="5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4" name="isliḓè"/>
              <p:cNvSpPr/>
              <p:nvPr/>
            </p:nvSpPr>
            <p:spPr bwMode="auto">
              <a:xfrm>
                <a:off x="2108200" y="1498600"/>
                <a:ext cx="333375" cy="415925"/>
              </a:xfrm>
              <a:custGeom>
                <a:avLst/>
                <a:gdLst>
                  <a:gd name="T0" fmla="*/ 9 w 101"/>
                  <a:gd name="T1" fmla="*/ 58 h 126"/>
                  <a:gd name="T2" fmla="*/ 0 w 101"/>
                  <a:gd name="T3" fmla="*/ 85 h 126"/>
                  <a:gd name="T4" fmla="*/ 29 w 101"/>
                  <a:gd name="T5" fmla="*/ 119 h 126"/>
                  <a:gd name="T6" fmla="*/ 36 w 101"/>
                  <a:gd name="T7" fmla="*/ 92 h 126"/>
                  <a:gd name="T8" fmla="*/ 46 w 101"/>
                  <a:gd name="T9" fmla="*/ 113 h 126"/>
                  <a:gd name="T10" fmla="*/ 86 w 101"/>
                  <a:gd name="T11" fmla="*/ 94 h 126"/>
                  <a:gd name="T12" fmla="*/ 81 w 101"/>
                  <a:gd name="T13" fmla="*/ 83 h 126"/>
                  <a:gd name="T14" fmla="*/ 101 w 101"/>
                  <a:gd name="T15" fmla="*/ 52 h 126"/>
                  <a:gd name="T16" fmla="*/ 95 w 101"/>
                  <a:gd name="T17" fmla="*/ 49 h 126"/>
                  <a:gd name="T18" fmla="*/ 67 w 101"/>
                  <a:gd name="T19" fmla="*/ 34 h 126"/>
                  <a:gd name="T20" fmla="*/ 65 w 101"/>
                  <a:gd name="T21" fmla="*/ 14 h 126"/>
                  <a:gd name="T22" fmla="*/ 46 w 101"/>
                  <a:gd name="T23" fmla="*/ 20 h 126"/>
                  <a:gd name="T24" fmla="*/ 45 w 101"/>
                  <a:gd name="T25" fmla="*/ 24 h 126"/>
                  <a:gd name="T26" fmla="*/ 39 w 101"/>
                  <a:gd name="T27" fmla="*/ 27 h 126"/>
                  <a:gd name="T28" fmla="*/ 39 w 101"/>
                  <a:gd name="T29" fmla="*/ 2 h 126"/>
                  <a:gd name="T30" fmla="*/ 35 w 101"/>
                  <a:gd name="T31" fmla="*/ 0 h 126"/>
                  <a:gd name="T32" fmla="*/ 32 w 101"/>
                  <a:gd name="T33" fmla="*/ 3 h 126"/>
                  <a:gd name="T34" fmla="*/ 24 w 101"/>
                  <a:gd name="T35" fmla="*/ 40 h 126"/>
                  <a:gd name="T36" fmla="*/ 37 w 101"/>
                  <a:gd name="T37" fmla="*/ 49 h 126"/>
                  <a:gd name="T38" fmla="*/ 43 w 101"/>
                  <a:gd name="T39" fmla="*/ 42 h 126"/>
                  <a:gd name="T40" fmla="*/ 38 w 101"/>
                  <a:gd name="T41" fmla="*/ 64 h 126"/>
                  <a:gd name="T42" fmla="*/ 27 w 101"/>
                  <a:gd name="T43" fmla="*/ 90 h 126"/>
                  <a:gd name="T44" fmla="*/ 24 w 101"/>
                  <a:gd name="T45" fmla="*/ 71 h 126"/>
                  <a:gd name="T46" fmla="*/ 15 w 101"/>
                  <a:gd name="T47" fmla="*/ 64 h 126"/>
                  <a:gd name="T48" fmla="*/ 73 w 101"/>
                  <a:gd name="T49" fmla="*/ 92 h 126"/>
                  <a:gd name="T50" fmla="*/ 52 w 101"/>
                  <a:gd name="T51" fmla="*/ 94 h 126"/>
                  <a:gd name="T52" fmla="*/ 54 w 101"/>
                  <a:gd name="T53" fmla="*/ 77 h 126"/>
                  <a:gd name="T54" fmla="*/ 58 w 101"/>
                  <a:gd name="T55" fmla="*/ 85 h 126"/>
                  <a:gd name="T56" fmla="*/ 63 w 101"/>
                  <a:gd name="T57" fmla="*/ 88 h 126"/>
                  <a:gd name="T58" fmla="*/ 64 w 101"/>
                  <a:gd name="T59" fmla="*/ 94 h 126"/>
                  <a:gd name="T60" fmla="*/ 69 w 101"/>
                  <a:gd name="T61" fmla="*/ 91 h 126"/>
                  <a:gd name="T62" fmla="*/ 67 w 101"/>
                  <a:gd name="T63" fmla="*/ 83 h 126"/>
                  <a:gd name="T64" fmla="*/ 63 w 101"/>
                  <a:gd name="T65" fmla="*/ 80 h 126"/>
                  <a:gd name="T66" fmla="*/ 61 w 101"/>
                  <a:gd name="T67" fmla="*/ 73 h 126"/>
                  <a:gd name="T68" fmla="*/ 64 w 101"/>
                  <a:gd name="T69" fmla="*/ 70 h 126"/>
                  <a:gd name="T70" fmla="*/ 67 w 101"/>
                  <a:gd name="T71" fmla="*/ 46 h 126"/>
                  <a:gd name="T72" fmla="*/ 67 w 101"/>
                  <a:gd name="T73" fmla="*/ 63 h 126"/>
                  <a:gd name="T74" fmla="*/ 58 w 101"/>
                  <a:gd name="T75" fmla="*/ 60 h 126"/>
                  <a:gd name="T76" fmla="*/ 52 w 101"/>
                  <a:gd name="T77" fmla="*/ 54 h 126"/>
                  <a:gd name="T78" fmla="*/ 55 w 101"/>
                  <a:gd name="T79" fmla="*/ 66 h 126"/>
                  <a:gd name="T80" fmla="*/ 51 w 101"/>
                  <a:gd name="T81" fmla="*/ 73 h 12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101" h="126">
                    <a:moveTo>
                      <a:pt x="15" y="64"/>
                    </a:moveTo>
                    <a:cubicBezTo>
                      <a:pt x="15" y="62"/>
                      <a:pt x="13" y="58"/>
                      <a:pt x="9" y="58"/>
                    </a:cubicBezTo>
                    <a:cubicBezTo>
                      <a:pt x="3" y="58"/>
                      <a:pt x="0" y="71"/>
                      <a:pt x="0" y="77"/>
                    </a:cubicBezTo>
                    <a:cubicBezTo>
                      <a:pt x="0" y="85"/>
                      <a:pt x="0" y="85"/>
                      <a:pt x="0" y="85"/>
                    </a:cubicBezTo>
                    <a:cubicBezTo>
                      <a:pt x="0" y="93"/>
                      <a:pt x="14" y="117"/>
                      <a:pt x="18" y="123"/>
                    </a:cubicBezTo>
                    <a:cubicBezTo>
                      <a:pt x="21" y="126"/>
                      <a:pt x="27" y="121"/>
                      <a:pt x="29" y="119"/>
                    </a:cubicBezTo>
                    <a:cubicBezTo>
                      <a:pt x="29" y="105"/>
                      <a:pt x="22" y="94"/>
                      <a:pt x="35" y="97"/>
                    </a:cubicBezTo>
                    <a:cubicBezTo>
                      <a:pt x="36" y="92"/>
                      <a:pt x="36" y="92"/>
                      <a:pt x="36" y="92"/>
                    </a:cubicBezTo>
                    <a:cubicBezTo>
                      <a:pt x="39" y="92"/>
                      <a:pt x="39" y="92"/>
                      <a:pt x="39" y="92"/>
                    </a:cubicBezTo>
                    <a:cubicBezTo>
                      <a:pt x="46" y="113"/>
                      <a:pt x="46" y="113"/>
                      <a:pt x="46" y="113"/>
                    </a:cubicBezTo>
                    <a:cubicBezTo>
                      <a:pt x="49" y="115"/>
                      <a:pt x="74" y="109"/>
                      <a:pt x="80" y="105"/>
                    </a:cubicBezTo>
                    <a:cubicBezTo>
                      <a:pt x="83" y="101"/>
                      <a:pt x="86" y="100"/>
                      <a:pt x="86" y="94"/>
                    </a:cubicBezTo>
                    <a:cubicBezTo>
                      <a:pt x="86" y="92"/>
                      <a:pt x="86" y="92"/>
                      <a:pt x="86" y="92"/>
                    </a:cubicBezTo>
                    <a:cubicBezTo>
                      <a:pt x="86" y="86"/>
                      <a:pt x="81" y="90"/>
                      <a:pt x="81" y="83"/>
                    </a:cubicBezTo>
                    <a:cubicBezTo>
                      <a:pt x="81" y="66"/>
                      <a:pt x="81" y="66"/>
                      <a:pt x="81" y="66"/>
                    </a:cubicBezTo>
                    <a:cubicBezTo>
                      <a:pt x="81" y="54"/>
                      <a:pt x="101" y="62"/>
                      <a:pt x="101" y="52"/>
                    </a:cubicBezTo>
                    <a:cubicBezTo>
                      <a:pt x="101" y="50"/>
                      <a:pt x="99" y="49"/>
                      <a:pt x="97" y="49"/>
                    </a:cubicBezTo>
                    <a:cubicBezTo>
                      <a:pt x="95" y="49"/>
                      <a:pt x="95" y="49"/>
                      <a:pt x="95" y="49"/>
                    </a:cubicBezTo>
                    <a:cubicBezTo>
                      <a:pt x="92" y="49"/>
                      <a:pt x="88" y="55"/>
                      <a:pt x="78" y="55"/>
                    </a:cubicBezTo>
                    <a:cubicBezTo>
                      <a:pt x="77" y="48"/>
                      <a:pt x="75" y="34"/>
                      <a:pt x="67" y="34"/>
                    </a:cubicBezTo>
                    <a:cubicBezTo>
                      <a:pt x="63" y="34"/>
                      <a:pt x="63" y="34"/>
                      <a:pt x="63" y="34"/>
                    </a:cubicBezTo>
                    <a:cubicBezTo>
                      <a:pt x="65" y="14"/>
                      <a:pt x="65" y="14"/>
                      <a:pt x="65" y="14"/>
                    </a:cubicBezTo>
                    <a:cubicBezTo>
                      <a:pt x="64" y="12"/>
                      <a:pt x="62" y="11"/>
                      <a:pt x="60" y="11"/>
                    </a:cubicBezTo>
                    <a:cubicBezTo>
                      <a:pt x="53" y="11"/>
                      <a:pt x="49" y="15"/>
                      <a:pt x="46" y="20"/>
                    </a:cubicBezTo>
                    <a:cubicBezTo>
                      <a:pt x="45" y="21"/>
                      <a:pt x="45" y="21"/>
                      <a:pt x="45" y="21"/>
                    </a:cubicBezTo>
                    <a:cubicBezTo>
                      <a:pt x="45" y="24"/>
                      <a:pt x="45" y="24"/>
                      <a:pt x="45" y="24"/>
                    </a:cubicBezTo>
                    <a:cubicBezTo>
                      <a:pt x="42" y="25"/>
                      <a:pt x="42" y="25"/>
                      <a:pt x="42" y="25"/>
                    </a:cubicBezTo>
                    <a:cubicBezTo>
                      <a:pt x="39" y="27"/>
                      <a:pt x="39" y="27"/>
                      <a:pt x="39" y="27"/>
                    </a:cubicBezTo>
                    <a:cubicBezTo>
                      <a:pt x="40" y="3"/>
                      <a:pt x="40" y="3"/>
                      <a:pt x="40" y="3"/>
                    </a:cubicBezTo>
                    <a:cubicBezTo>
                      <a:pt x="39" y="2"/>
                      <a:pt x="39" y="2"/>
                      <a:pt x="39" y="2"/>
                    </a:cubicBezTo>
                    <a:cubicBezTo>
                      <a:pt x="37" y="0"/>
                      <a:pt x="37" y="0"/>
                      <a:pt x="37" y="0"/>
                    </a:cubicBezTo>
                    <a:cubicBezTo>
                      <a:pt x="35" y="0"/>
                      <a:pt x="35" y="0"/>
                      <a:pt x="35" y="0"/>
                    </a:cubicBezTo>
                    <a:cubicBezTo>
                      <a:pt x="33" y="2"/>
                      <a:pt x="33" y="2"/>
                      <a:pt x="33" y="2"/>
                    </a:cubicBezTo>
                    <a:cubicBezTo>
                      <a:pt x="32" y="3"/>
                      <a:pt x="32" y="3"/>
                      <a:pt x="32" y="3"/>
                    </a:cubicBezTo>
                    <a:cubicBezTo>
                      <a:pt x="26" y="13"/>
                      <a:pt x="24" y="15"/>
                      <a:pt x="24" y="31"/>
                    </a:cubicBezTo>
                    <a:cubicBezTo>
                      <a:pt x="24" y="40"/>
                      <a:pt x="24" y="40"/>
                      <a:pt x="24" y="40"/>
                    </a:cubicBezTo>
                    <a:cubicBezTo>
                      <a:pt x="24" y="44"/>
                      <a:pt x="25" y="44"/>
                      <a:pt x="26" y="48"/>
                    </a:cubicBezTo>
                    <a:cubicBezTo>
                      <a:pt x="37" y="49"/>
                      <a:pt x="37" y="49"/>
                      <a:pt x="37" y="49"/>
                    </a:cubicBezTo>
                    <a:cubicBezTo>
                      <a:pt x="42" y="41"/>
                      <a:pt x="42" y="41"/>
                      <a:pt x="42" y="41"/>
                    </a:cubicBezTo>
                    <a:cubicBezTo>
                      <a:pt x="43" y="42"/>
                      <a:pt x="43" y="42"/>
                      <a:pt x="43" y="42"/>
                    </a:cubicBezTo>
                    <a:cubicBezTo>
                      <a:pt x="43" y="46"/>
                      <a:pt x="43" y="46"/>
                      <a:pt x="43" y="46"/>
                    </a:cubicBezTo>
                    <a:cubicBezTo>
                      <a:pt x="43" y="53"/>
                      <a:pt x="39" y="55"/>
                      <a:pt x="38" y="64"/>
                    </a:cubicBezTo>
                    <a:cubicBezTo>
                      <a:pt x="37" y="72"/>
                      <a:pt x="36" y="79"/>
                      <a:pt x="36" y="86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27" y="71"/>
                      <a:pt x="27" y="71"/>
                      <a:pt x="27" y="71"/>
                    </a:cubicBezTo>
                    <a:cubicBezTo>
                      <a:pt x="24" y="71"/>
                      <a:pt x="24" y="71"/>
                      <a:pt x="24" y="71"/>
                    </a:cubicBezTo>
                    <a:cubicBezTo>
                      <a:pt x="20" y="107"/>
                      <a:pt x="20" y="107"/>
                      <a:pt x="20" y="107"/>
                    </a:cubicBezTo>
                    <a:cubicBezTo>
                      <a:pt x="13" y="97"/>
                      <a:pt x="15" y="79"/>
                      <a:pt x="15" y="64"/>
                    </a:cubicBezTo>
                    <a:close/>
                    <a:moveTo>
                      <a:pt x="73" y="66"/>
                    </a:moveTo>
                    <a:cubicBezTo>
                      <a:pt x="73" y="92"/>
                      <a:pt x="73" y="92"/>
                      <a:pt x="73" y="92"/>
                    </a:cubicBezTo>
                    <a:cubicBezTo>
                      <a:pt x="73" y="98"/>
                      <a:pt x="61" y="101"/>
                      <a:pt x="55" y="103"/>
                    </a:cubicBezTo>
                    <a:cubicBezTo>
                      <a:pt x="52" y="94"/>
                      <a:pt x="52" y="94"/>
                      <a:pt x="52" y="94"/>
                    </a:cubicBezTo>
                    <a:cubicBezTo>
                      <a:pt x="52" y="79"/>
                      <a:pt x="52" y="79"/>
                      <a:pt x="52" y="79"/>
                    </a:cubicBezTo>
                    <a:cubicBezTo>
                      <a:pt x="54" y="77"/>
                      <a:pt x="54" y="77"/>
                      <a:pt x="54" y="77"/>
                    </a:cubicBezTo>
                    <a:cubicBezTo>
                      <a:pt x="57" y="77"/>
                      <a:pt x="57" y="77"/>
                      <a:pt x="57" y="77"/>
                    </a:cubicBezTo>
                    <a:cubicBezTo>
                      <a:pt x="58" y="85"/>
                      <a:pt x="58" y="85"/>
                      <a:pt x="58" y="85"/>
                    </a:cubicBezTo>
                    <a:cubicBezTo>
                      <a:pt x="60" y="86"/>
                      <a:pt x="60" y="86"/>
                      <a:pt x="60" y="86"/>
                    </a:cubicBezTo>
                    <a:cubicBezTo>
                      <a:pt x="63" y="88"/>
                      <a:pt x="63" y="88"/>
                      <a:pt x="63" y="88"/>
                    </a:cubicBezTo>
                    <a:cubicBezTo>
                      <a:pt x="64" y="92"/>
                      <a:pt x="64" y="92"/>
                      <a:pt x="64" y="92"/>
                    </a:cubicBezTo>
                    <a:cubicBezTo>
                      <a:pt x="64" y="94"/>
                      <a:pt x="64" y="94"/>
                      <a:pt x="64" y="94"/>
                    </a:cubicBezTo>
                    <a:cubicBezTo>
                      <a:pt x="67" y="92"/>
                      <a:pt x="67" y="92"/>
                      <a:pt x="67" y="92"/>
                    </a:cubicBezTo>
                    <a:cubicBezTo>
                      <a:pt x="69" y="91"/>
                      <a:pt x="69" y="91"/>
                      <a:pt x="69" y="91"/>
                    </a:cubicBezTo>
                    <a:cubicBezTo>
                      <a:pt x="69" y="85"/>
                      <a:pt x="69" y="85"/>
                      <a:pt x="69" y="85"/>
                    </a:cubicBezTo>
                    <a:cubicBezTo>
                      <a:pt x="67" y="83"/>
                      <a:pt x="67" y="83"/>
                      <a:pt x="67" y="83"/>
                    </a:cubicBezTo>
                    <a:cubicBezTo>
                      <a:pt x="66" y="82"/>
                      <a:pt x="66" y="82"/>
                      <a:pt x="66" y="82"/>
                    </a:cubicBezTo>
                    <a:cubicBezTo>
                      <a:pt x="63" y="80"/>
                      <a:pt x="63" y="80"/>
                      <a:pt x="63" y="80"/>
                    </a:cubicBezTo>
                    <a:cubicBezTo>
                      <a:pt x="61" y="77"/>
                      <a:pt x="61" y="77"/>
                      <a:pt x="61" y="77"/>
                    </a:cubicBezTo>
                    <a:cubicBezTo>
                      <a:pt x="61" y="73"/>
                      <a:pt x="61" y="73"/>
                      <a:pt x="61" y="73"/>
                    </a:cubicBezTo>
                    <a:cubicBezTo>
                      <a:pt x="63" y="71"/>
                      <a:pt x="63" y="71"/>
                      <a:pt x="63" y="71"/>
                    </a:cubicBezTo>
                    <a:cubicBezTo>
                      <a:pt x="64" y="70"/>
                      <a:pt x="64" y="70"/>
                      <a:pt x="64" y="70"/>
                    </a:cubicBezTo>
                    <a:lnTo>
                      <a:pt x="73" y="66"/>
                    </a:lnTo>
                    <a:close/>
                    <a:moveTo>
                      <a:pt x="67" y="46"/>
                    </a:moveTo>
                    <a:cubicBezTo>
                      <a:pt x="70" y="46"/>
                      <a:pt x="72" y="54"/>
                      <a:pt x="72" y="58"/>
                    </a:cubicBezTo>
                    <a:cubicBezTo>
                      <a:pt x="72" y="62"/>
                      <a:pt x="71" y="63"/>
                      <a:pt x="67" y="63"/>
                    </a:cubicBezTo>
                    <a:cubicBezTo>
                      <a:pt x="66" y="63"/>
                      <a:pt x="66" y="63"/>
                      <a:pt x="66" y="63"/>
                    </a:cubicBezTo>
                    <a:cubicBezTo>
                      <a:pt x="61" y="63"/>
                      <a:pt x="63" y="60"/>
                      <a:pt x="58" y="60"/>
                    </a:cubicBezTo>
                    <a:cubicBezTo>
                      <a:pt x="54" y="60"/>
                      <a:pt x="54" y="60"/>
                      <a:pt x="54" y="60"/>
                    </a:cubicBezTo>
                    <a:cubicBezTo>
                      <a:pt x="52" y="54"/>
                      <a:pt x="52" y="54"/>
                      <a:pt x="52" y="54"/>
                    </a:cubicBezTo>
                    <a:cubicBezTo>
                      <a:pt x="55" y="52"/>
                      <a:pt x="65" y="46"/>
                      <a:pt x="67" y="46"/>
                    </a:cubicBezTo>
                    <a:close/>
                    <a:moveTo>
                      <a:pt x="55" y="66"/>
                    </a:moveTo>
                    <a:cubicBezTo>
                      <a:pt x="58" y="66"/>
                      <a:pt x="60" y="66"/>
                      <a:pt x="60" y="68"/>
                    </a:cubicBezTo>
                    <a:cubicBezTo>
                      <a:pt x="60" y="72"/>
                      <a:pt x="55" y="73"/>
                      <a:pt x="51" y="73"/>
                    </a:cubicBezTo>
                    <a:cubicBezTo>
                      <a:pt x="51" y="68"/>
                      <a:pt x="50" y="66"/>
                      <a:pt x="55" y="6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5" name="iṣḻîde"/>
              <p:cNvSpPr/>
              <p:nvPr/>
            </p:nvSpPr>
            <p:spPr bwMode="auto">
              <a:xfrm>
                <a:off x="3360738" y="1963738"/>
                <a:ext cx="211138" cy="171450"/>
              </a:xfrm>
              <a:custGeom>
                <a:avLst/>
                <a:gdLst>
                  <a:gd name="T0" fmla="*/ 30 w 64"/>
                  <a:gd name="T1" fmla="*/ 27 h 52"/>
                  <a:gd name="T2" fmla="*/ 17 w 64"/>
                  <a:gd name="T3" fmla="*/ 37 h 52"/>
                  <a:gd name="T4" fmla="*/ 9 w 64"/>
                  <a:gd name="T5" fmla="*/ 37 h 52"/>
                  <a:gd name="T6" fmla="*/ 5 w 64"/>
                  <a:gd name="T7" fmla="*/ 31 h 52"/>
                  <a:gd name="T8" fmla="*/ 3 w 64"/>
                  <a:gd name="T9" fmla="*/ 32 h 52"/>
                  <a:gd name="T10" fmla="*/ 11 w 64"/>
                  <a:gd name="T11" fmla="*/ 47 h 52"/>
                  <a:gd name="T12" fmla="*/ 37 w 64"/>
                  <a:gd name="T13" fmla="*/ 36 h 52"/>
                  <a:gd name="T14" fmla="*/ 58 w 64"/>
                  <a:gd name="T15" fmla="*/ 52 h 52"/>
                  <a:gd name="T16" fmla="*/ 63 w 64"/>
                  <a:gd name="T17" fmla="*/ 49 h 52"/>
                  <a:gd name="T18" fmla="*/ 43 w 64"/>
                  <a:gd name="T19" fmla="*/ 25 h 52"/>
                  <a:gd name="T20" fmla="*/ 64 w 64"/>
                  <a:gd name="T21" fmla="*/ 14 h 52"/>
                  <a:gd name="T22" fmla="*/ 64 w 64"/>
                  <a:gd name="T23" fmla="*/ 12 h 52"/>
                  <a:gd name="T24" fmla="*/ 48 w 64"/>
                  <a:gd name="T25" fmla="*/ 0 h 52"/>
                  <a:gd name="T26" fmla="*/ 46 w 64"/>
                  <a:gd name="T27" fmla="*/ 3 h 52"/>
                  <a:gd name="T28" fmla="*/ 48 w 64"/>
                  <a:gd name="T29" fmla="*/ 9 h 52"/>
                  <a:gd name="T30" fmla="*/ 54 w 64"/>
                  <a:gd name="T31" fmla="*/ 11 h 52"/>
                  <a:gd name="T32" fmla="*/ 37 w 64"/>
                  <a:gd name="T33" fmla="*/ 17 h 52"/>
                  <a:gd name="T34" fmla="*/ 37 w 64"/>
                  <a:gd name="T35" fmla="*/ 22 h 52"/>
                  <a:gd name="T36" fmla="*/ 0 w 64"/>
                  <a:gd name="T37" fmla="*/ 2 h 52"/>
                  <a:gd name="T38" fmla="*/ 30 w 64"/>
                  <a:gd name="T39" fmla="*/ 27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64" h="52">
                    <a:moveTo>
                      <a:pt x="30" y="27"/>
                    </a:moveTo>
                    <a:cubicBezTo>
                      <a:pt x="28" y="33"/>
                      <a:pt x="24" y="37"/>
                      <a:pt x="17" y="37"/>
                    </a:cubicBezTo>
                    <a:cubicBezTo>
                      <a:pt x="9" y="37"/>
                      <a:pt x="9" y="37"/>
                      <a:pt x="9" y="37"/>
                    </a:cubicBezTo>
                    <a:cubicBezTo>
                      <a:pt x="5" y="37"/>
                      <a:pt x="5" y="36"/>
                      <a:pt x="5" y="31"/>
                    </a:cubicBezTo>
                    <a:cubicBezTo>
                      <a:pt x="3" y="32"/>
                      <a:pt x="3" y="32"/>
                      <a:pt x="3" y="32"/>
                    </a:cubicBezTo>
                    <a:cubicBezTo>
                      <a:pt x="2" y="34"/>
                      <a:pt x="4" y="48"/>
                      <a:pt x="11" y="47"/>
                    </a:cubicBezTo>
                    <a:cubicBezTo>
                      <a:pt x="28" y="45"/>
                      <a:pt x="35" y="36"/>
                      <a:pt x="37" y="36"/>
                    </a:cubicBezTo>
                    <a:cubicBezTo>
                      <a:pt x="43" y="36"/>
                      <a:pt x="46" y="52"/>
                      <a:pt x="58" y="52"/>
                    </a:cubicBezTo>
                    <a:cubicBezTo>
                      <a:pt x="61" y="52"/>
                      <a:pt x="63" y="51"/>
                      <a:pt x="63" y="49"/>
                    </a:cubicBezTo>
                    <a:cubicBezTo>
                      <a:pt x="63" y="42"/>
                      <a:pt x="47" y="31"/>
                      <a:pt x="43" y="25"/>
                    </a:cubicBezTo>
                    <a:cubicBezTo>
                      <a:pt x="50" y="21"/>
                      <a:pt x="64" y="20"/>
                      <a:pt x="64" y="14"/>
                    </a:cubicBezTo>
                    <a:cubicBezTo>
                      <a:pt x="64" y="12"/>
                      <a:pt x="64" y="12"/>
                      <a:pt x="64" y="12"/>
                    </a:cubicBezTo>
                    <a:cubicBezTo>
                      <a:pt x="64" y="8"/>
                      <a:pt x="51" y="1"/>
                      <a:pt x="48" y="0"/>
                    </a:cubicBezTo>
                    <a:cubicBezTo>
                      <a:pt x="46" y="4"/>
                      <a:pt x="46" y="0"/>
                      <a:pt x="46" y="3"/>
                    </a:cubicBezTo>
                    <a:cubicBezTo>
                      <a:pt x="46" y="6"/>
                      <a:pt x="47" y="5"/>
                      <a:pt x="48" y="9"/>
                    </a:cubicBezTo>
                    <a:cubicBezTo>
                      <a:pt x="54" y="11"/>
                      <a:pt x="54" y="11"/>
                      <a:pt x="54" y="11"/>
                    </a:cubicBezTo>
                    <a:cubicBezTo>
                      <a:pt x="47" y="12"/>
                      <a:pt x="37" y="10"/>
                      <a:pt x="37" y="17"/>
                    </a:cubicBezTo>
                    <a:cubicBezTo>
                      <a:pt x="37" y="22"/>
                      <a:pt x="37" y="22"/>
                      <a:pt x="37" y="22"/>
                    </a:cubicBezTo>
                    <a:cubicBezTo>
                      <a:pt x="25" y="21"/>
                      <a:pt x="13" y="2"/>
                      <a:pt x="0" y="2"/>
                    </a:cubicBezTo>
                    <a:cubicBezTo>
                      <a:pt x="1" y="18"/>
                      <a:pt x="19" y="21"/>
                      <a:pt x="30" y="2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6" name="ïṥ1íďe"/>
              <p:cNvSpPr/>
              <p:nvPr/>
            </p:nvSpPr>
            <p:spPr bwMode="auto">
              <a:xfrm>
                <a:off x="1624013" y="2692400"/>
                <a:ext cx="1957388" cy="2122488"/>
              </a:xfrm>
              <a:custGeom>
                <a:avLst/>
                <a:gdLst>
                  <a:gd name="T0" fmla="*/ 493 w 594"/>
                  <a:gd name="T1" fmla="*/ 67 h 644"/>
                  <a:gd name="T2" fmla="*/ 499 w 594"/>
                  <a:gd name="T3" fmla="*/ 284 h 644"/>
                  <a:gd name="T4" fmla="*/ 499 w 594"/>
                  <a:gd name="T5" fmla="*/ 337 h 644"/>
                  <a:gd name="T6" fmla="*/ 483 w 594"/>
                  <a:gd name="T7" fmla="*/ 419 h 644"/>
                  <a:gd name="T8" fmla="*/ 445 w 594"/>
                  <a:gd name="T9" fmla="*/ 481 h 644"/>
                  <a:gd name="T10" fmla="*/ 315 w 594"/>
                  <a:gd name="T11" fmla="*/ 548 h 644"/>
                  <a:gd name="T12" fmla="*/ 284 w 594"/>
                  <a:gd name="T13" fmla="*/ 548 h 644"/>
                  <a:gd name="T14" fmla="*/ 165 w 594"/>
                  <a:gd name="T15" fmla="*/ 497 h 644"/>
                  <a:gd name="T16" fmla="*/ 103 w 594"/>
                  <a:gd name="T17" fmla="*/ 387 h 644"/>
                  <a:gd name="T18" fmla="*/ 104 w 594"/>
                  <a:gd name="T19" fmla="*/ 221 h 644"/>
                  <a:gd name="T20" fmla="*/ 106 w 594"/>
                  <a:gd name="T21" fmla="*/ 53 h 644"/>
                  <a:gd name="T22" fmla="*/ 4 w 594"/>
                  <a:gd name="T23" fmla="*/ 0 h 644"/>
                  <a:gd name="T24" fmla="*/ 0 w 594"/>
                  <a:gd name="T25" fmla="*/ 184 h 644"/>
                  <a:gd name="T26" fmla="*/ 0 w 594"/>
                  <a:gd name="T27" fmla="*/ 266 h 644"/>
                  <a:gd name="T28" fmla="*/ 65 w 594"/>
                  <a:gd name="T29" fmla="*/ 531 h 644"/>
                  <a:gd name="T30" fmla="*/ 281 w 594"/>
                  <a:gd name="T31" fmla="*/ 644 h 644"/>
                  <a:gd name="T32" fmla="*/ 308 w 594"/>
                  <a:gd name="T33" fmla="*/ 644 h 644"/>
                  <a:gd name="T34" fmla="*/ 572 w 594"/>
                  <a:gd name="T35" fmla="*/ 449 h 644"/>
                  <a:gd name="T36" fmla="*/ 586 w 594"/>
                  <a:gd name="T37" fmla="*/ 406 h 644"/>
                  <a:gd name="T38" fmla="*/ 591 w 594"/>
                  <a:gd name="T39" fmla="*/ 353 h 644"/>
                  <a:gd name="T40" fmla="*/ 593 w 594"/>
                  <a:gd name="T41" fmla="*/ 239 h 644"/>
                  <a:gd name="T42" fmla="*/ 594 w 594"/>
                  <a:gd name="T43" fmla="*/ 9 h 644"/>
                  <a:gd name="T44" fmla="*/ 493 w 594"/>
                  <a:gd name="T45" fmla="*/ 67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594" h="644">
                    <a:moveTo>
                      <a:pt x="493" y="67"/>
                    </a:moveTo>
                    <a:cubicBezTo>
                      <a:pt x="499" y="284"/>
                      <a:pt x="499" y="284"/>
                      <a:pt x="499" y="284"/>
                    </a:cubicBezTo>
                    <a:cubicBezTo>
                      <a:pt x="499" y="337"/>
                      <a:pt x="499" y="337"/>
                      <a:pt x="499" y="337"/>
                    </a:cubicBezTo>
                    <a:cubicBezTo>
                      <a:pt x="499" y="376"/>
                      <a:pt x="496" y="393"/>
                      <a:pt x="483" y="419"/>
                    </a:cubicBezTo>
                    <a:cubicBezTo>
                      <a:pt x="471" y="445"/>
                      <a:pt x="461" y="459"/>
                      <a:pt x="445" y="481"/>
                    </a:cubicBezTo>
                    <a:cubicBezTo>
                      <a:pt x="424" y="508"/>
                      <a:pt x="363" y="548"/>
                      <a:pt x="315" y="548"/>
                    </a:cubicBezTo>
                    <a:cubicBezTo>
                      <a:pt x="284" y="548"/>
                      <a:pt x="284" y="548"/>
                      <a:pt x="284" y="548"/>
                    </a:cubicBezTo>
                    <a:cubicBezTo>
                      <a:pt x="237" y="548"/>
                      <a:pt x="193" y="517"/>
                      <a:pt x="165" y="497"/>
                    </a:cubicBezTo>
                    <a:cubicBezTo>
                      <a:pt x="136" y="475"/>
                      <a:pt x="111" y="430"/>
                      <a:pt x="103" y="387"/>
                    </a:cubicBezTo>
                    <a:cubicBezTo>
                      <a:pt x="97" y="352"/>
                      <a:pt x="104" y="263"/>
                      <a:pt x="104" y="221"/>
                    </a:cubicBezTo>
                    <a:cubicBezTo>
                      <a:pt x="104" y="163"/>
                      <a:pt x="106" y="110"/>
                      <a:pt x="106" y="53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0" y="184"/>
                      <a:pt x="0" y="184"/>
                      <a:pt x="0" y="184"/>
                    </a:cubicBezTo>
                    <a:cubicBezTo>
                      <a:pt x="0" y="266"/>
                      <a:pt x="0" y="266"/>
                      <a:pt x="0" y="266"/>
                    </a:cubicBezTo>
                    <a:cubicBezTo>
                      <a:pt x="0" y="385"/>
                      <a:pt x="9" y="465"/>
                      <a:pt x="65" y="531"/>
                    </a:cubicBezTo>
                    <a:cubicBezTo>
                      <a:pt x="111" y="586"/>
                      <a:pt x="181" y="644"/>
                      <a:pt x="281" y="644"/>
                    </a:cubicBezTo>
                    <a:cubicBezTo>
                      <a:pt x="308" y="644"/>
                      <a:pt x="308" y="644"/>
                      <a:pt x="308" y="644"/>
                    </a:cubicBezTo>
                    <a:cubicBezTo>
                      <a:pt x="430" y="644"/>
                      <a:pt x="542" y="540"/>
                      <a:pt x="572" y="449"/>
                    </a:cubicBezTo>
                    <a:cubicBezTo>
                      <a:pt x="577" y="435"/>
                      <a:pt x="582" y="422"/>
                      <a:pt x="586" y="406"/>
                    </a:cubicBezTo>
                    <a:cubicBezTo>
                      <a:pt x="589" y="389"/>
                      <a:pt x="587" y="370"/>
                      <a:pt x="591" y="353"/>
                    </a:cubicBezTo>
                    <a:cubicBezTo>
                      <a:pt x="594" y="336"/>
                      <a:pt x="593" y="259"/>
                      <a:pt x="593" y="239"/>
                    </a:cubicBezTo>
                    <a:cubicBezTo>
                      <a:pt x="593" y="162"/>
                      <a:pt x="594" y="88"/>
                      <a:pt x="594" y="9"/>
                    </a:cubicBezTo>
                    <a:lnTo>
                      <a:pt x="493" y="6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7" name="íṩļidè"/>
              <p:cNvSpPr/>
              <p:nvPr/>
            </p:nvSpPr>
            <p:spPr bwMode="auto">
              <a:xfrm>
                <a:off x="2071688" y="2205038"/>
                <a:ext cx="490538" cy="1677988"/>
              </a:xfrm>
              <a:custGeom>
                <a:avLst/>
                <a:gdLst>
                  <a:gd name="T0" fmla="*/ 10 w 149"/>
                  <a:gd name="T1" fmla="*/ 494 h 509"/>
                  <a:gd name="T2" fmla="*/ 47 w 149"/>
                  <a:gd name="T3" fmla="*/ 497 h 509"/>
                  <a:gd name="T4" fmla="*/ 75 w 149"/>
                  <a:gd name="T5" fmla="*/ 509 h 509"/>
                  <a:gd name="T6" fmla="*/ 89 w 149"/>
                  <a:gd name="T7" fmla="*/ 469 h 509"/>
                  <a:gd name="T8" fmla="*/ 89 w 149"/>
                  <a:gd name="T9" fmla="*/ 467 h 509"/>
                  <a:gd name="T10" fmla="*/ 80 w 149"/>
                  <a:gd name="T11" fmla="*/ 447 h 509"/>
                  <a:gd name="T12" fmla="*/ 80 w 149"/>
                  <a:gd name="T13" fmla="*/ 427 h 509"/>
                  <a:gd name="T14" fmla="*/ 86 w 149"/>
                  <a:gd name="T15" fmla="*/ 233 h 509"/>
                  <a:gd name="T16" fmla="*/ 106 w 149"/>
                  <a:gd name="T17" fmla="*/ 154 h 509"/>
                  <a:gd name="T18" fmla="*/ 149 w 149"/>
                  <a:gd name="T19" fmla="*/ 96 h 509"/>
                  <a:gd name="T20" fmla="*/ 85 w 149"/>
                  <a:gd name="T21" fmla="*/ 38 h 509"/>
                  <a:gd name="T22" fmla="*/ 0 w 149"/>
                  <a:gd name="T23" fmla="*/ 0 h 509"/>
                  <a:gd name="T24" fmla="*/ 0 w 149"/>
                  <a:gd name="T25" fmla="*/ 478 h 509"/>
                  <a:gd name="T26" fmla="*/ 10 w 149"/>
                  <a:gd name="T27" fmla="*/ 494 h 5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49" h="509">
                    <a:moveTo>
                      <a:pt x="10" y="494"/>
                    </a:moveTo>
                    <a:cubicBezTo>
                      <a:pt x="23" y="494"/>
                      <a:pt x="38" y="494"/>
                      <a:pt x="47" y="497"/>
                    </a:cubicBezTo>
                    <a:cubicBezTo>
                      <a:pt x="55" y="499"/>
                      <a:pt x="68" y="509"/>
                      <a:pt x="75" y="509"/>
                    </a:cubicBezTo>
                    <a:cubicBezTo>
                      <a:pt x="84" y="509"/>
                      <a:pt x="89" y="479"/>
                      <a:pt x="89" y="469"/>
                    </a:cubicBezTo>
                    <a:cubicBezTo>
                      <a:pt x="89" y="467"/>
                      <a:pt x="89" y="467"/>
                      <a:pt x="89" y="467"/>
                    </a:cubicBezTo>
                    <a:cubicBezTo>
                      <a:pt x="89" y="453"/>
                      <a:pt x="80" y="452"/>
                      <a:pt x="80" y="447"/>
                    </a:cubicBezTo>
                    <a:cubicBezTo>
                      <a:pt x="80" y="427"/>
                      <a:pt x="80" y="427"/>
                      <a:pt x="80" y="427"/>
                    </a:cubicBezTo>
                    <a:cubicBezTo>
                      <a:pt x="80" y="361"/>
                      <a:pt x="83" y="297"/>
                      <a:pt x="86" y="233"/>
                    </a:cubicBezTo>
                    <a:cubicBezTo>
                      <a:pt x="87" y="201"/>
                      <a:pt x="95" y="176"/>
                      <a:pt x="106" y="154"/>
                    </a:cubicBezTo>
                    <a:cubicBezTo>
                      <a:pt x="114" y="137"/>
                      <a:pt x="136" y="105"/>
                      <a:pt x="149" y="96"/>
                    </a:cubicBezTo>
                    <a:cubicBezTo>
                      <a:pt x="136" y="71"/>
                      <a:pt x="109" y="52"/>
                      <a:pt x="85" y="38"/>
                    </a:cubicBezTo>
                    <a:cubicBezTo>
                      <a:pt x="72" y="30"/>
                      <a:pt x="14" y="1"/>
                      <a:pt x="0" y="0"/>
                    </a:cubicBezTo>
                    <a:cubicBezTo>
                      <a:pt x="0" y="478"/>
                      <a:pt x="0" y="478"/>
                      <a:pt x="0" y="478"/>
                    </a:cubicBezTo>
                    <a:cubicBezTo>
                      <a:pt x="0" y="485"/>
                      <a:pt x="5" y="491"/>
                      <a:pt x="10" y="49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8" name="ïṥḷiḋe"/>
              <p:cNvSpPr/>
              <p:nvPr/>
            </p:nvSpPr>
            <p:spPr bwMode="auto">
              <a:xfrm>
                <a:off x="2012950" y="2254250"/>
                <a:ext cx="1225550" cy="2122488"/>
              </a:xfrm>
              <a:custGeom>
                <a:avLst/>
                <a:gdLst>
                  <a:gd name="T0" fmla="*/ 21 w 372"/>
                  <a:gd name="T1" fmla="*/ 540 h 644"/>
                  <a:gd name="T2" fmla="*/ 36 w 372"/>
                  <a:gd name="T3" fmla="*/ 561 h 644"/>
                  <a:gd name="T4" fmla="*/ 71 w 372"/>
                  <a:gd name="T5" fmla="*/ 602 h 644"/>
                  <a:gd name="T6" fmla="*/ 179 w 372"/>
                  <a:gd name="T7" fmla="*/ 644 h 644"/>
                  <a:gd name="T8" fmla="*/ 338 w 372"/>
                  <a:gd name="T9" fmla="*/ 491 h 644"/>
                  <a:gd name="T10" fmla="*/ 338 w 372"/>
                  <a:gd name="T11" fmla="*/ 178 h 644"/>
                  <a:gd name="T12" fmla="*/ 369 w 372"/>
                  <a:gd name="T13" fmla="*/ 160 h 644"/>
                  <a:gd name="T14" fmla="*/ 369 w 372"/>
                  <a:gd name="T15" fmla="*/ 136 h 644"/>
                  <a:gd name="T16" fmla="*/ 372 w 372"/>
                  <a:gd name="T17" fmla="*/ 0 h 644"/>
                  <a:gd name="T18" fmla="*/ 121 w 372"/>
                  <a:gd name="T19" fmla="*/ 249 h 644"/>
                  <a:gd name="T20" fmla="*/ 121 w 372"/>
                  <a:gd name="T21" fmla="*/ 279 h 644"/>
                  <a:gd name="T22" fmla="*/ 130 w 372"/>
                  <a:gd name="T23" fmla="*/ 452 h 644"/>
                  <a:gd name="T24" fmla="*/ 98 w 372"/>
                  <a:gd name="T25" fmla="*/ 513 h 644"/>
                  <a:gd name="T26" fmla="*/ 50 w 372"/>
                  <a:gd name="T27" fmla="*/ 501 h 644"/>
                  <a:gd name="T28" fmla="*/ 40 w 372"/>
                  <a:gd name="T29" fmla="*/ 501 h 644"/>
                  <a:gd name="T30" fmla="*/ 0 w 372"/>
                  <a:gd name="T31" fmla="*/ 521 h 644"/>
                  <a:gd name="T32" fmla="*/ 0 w 372"/>
                  <a:gd name="T33" fmla="*/ 524 h 644"/>
                  <a:gd name="T34" fmla="*/ 21 w 372"/>
                  <a:gd name="T35" fmla="*/ 540 h 644"/>
                  <a:gd name="T36" fmla="*/ 31 w 372"/>
                  <a:gd name="T37" fmla="*/ 516 h 644"/>
                  <a:gd name="T38" fmla="*/ 32 w 372"/>
                  <a:gd name="T39" fmla="*/ 516 h 644"/>
                  <a:gd name="T40" fmla="*/ 44 w 372"/>
                  <a:gd name="T41" fmla="*/ 521 h 644"/>
                  <a:gd name="T42" fmla="*/ 34 w 372"/>
                  <a:gd name="T43" fmla="*/ 528 h 644"/>
                  <a:gd name="T44" fmla="*/ 25 w 372"/>
                  <a:gd name="T45" fmla="*/ 522 h 644"/>
                  <a:gd name="T46" fmla="*/ 31 w 372"/>
                  <a:gd name="T47" fmla="*/ 516 h 6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</a:cxnLst>
                <a:rect l="0" t="0" r="r" b="b"/>
                <a:pathLst>
                  <a:path w="372" h="644">
                    <a:moveTo>
                      <a:pt x="21" y="540"/>
                    </a:moveTo>
                    <a:cubicBezTo>
                      <a:pt x="28" y="546"/>
                      <a:pt x="30" y="553"/>
                      <a:pt x="36" y="561"/>
                    </a:cubicBezTo>
                    <a:cubicBezTo>
                      <a:pt x="50" y="579"/>
                      <a:pt x="55" y="586"/>
                      <a:pt x="71" y="602"/>
                    </a:cubicBezTo>
                    <a:cubicBezTo>
                      <a:pt x="94" y="625"/>
                      <a:pt x="133" y="644"/>
                      <a:pt x="179" y="644"/>
                    </a:cubicBezTo>
                    <a:cubicBezTo>
                      <a:pt x="267" y="644"/>
                      <a:pt x="338" y="579"/>
                      <a:pt x="338" y="491"/>
                    </a:cubicBezTo>
                    <a:cubicBezTo>
                      <a:pt x="338" y="387"/>
                      <a:pt x="338" y="282"/>
                      <a:pt x="338" y="178"/>
                    </a:cubicBezTo>
                    <a:cubicBezTo>
                      <a:pt x="369" y="160"/>
                      <a:pt x="369" y="160"/>
                      <a:pt x="369" y="160"/>
                    </a:cubicBezTo>
                    <a:cubicBezTo>
                      <a:pt x="369" y="136"/>
                      <a:pt x="369" y="136"/>
                      <a:pt x="369" y="136"/>
                    </a:cubicBezTo>
                    <a:cubicBezTo>
                      <a:pt x="372" y="0"/>
                      <a:pt x="372" y="0"/>
                      <a:pt x="372" y="0"/>
                    </a:cubicBezTo>
                    <a:cubicBezTo>
                      <a:pt x="232" y="11"/>
                      <a:pt x="121" y="97"/>
                      <a:pt x="121" y="249"/>
                    </a:cubicBezTo>
                    <a:cubicBezTo>
                      <a:pt x="121" y="279"/>
                      <a:pt x="121" y="279"/>
                      <a:pt x="121" y="279"/>
                    </a:cubicBezTo>
                    <a:cubicBezTo>
                      <a:pt x="130" y="452"/>
                      <a:pt x="130" y="452"/>
                      <a:pt x="130" y="452"/>
                    </a:cubicBezTo>
                    <a:cubicBezTo>
                      <a:pt x="132" y="476"/>
                      <a:pt x="121" y="513"/>
                      <a:pt x="98" y="513"/>
                    </a:cubicBezTo>
                    <a:cubicBezTo>
                      <a:pt x="80" y="513"/>
                      <a:pt x="73" y="501"/>
                      <a:pt x="50" y="501"/>
                    </a:cubicBezTo>
                    <a:cubicBezTo>
                      <a:pt x="40" y="501"/>
                      <a:pt x="40" y="501"/>
                      <a:pt x="40" y="501"/>
                    </a:cubicBezTo>
                    <a:cubicBezTo>
                      <a:pt x="28" y="501"/>
                      <a:pt x="0" y="512"/>
                      <a:pt x="0" y="521"/>
                    </a:cubicBezTo>
                    <a:cubicBezTo>
                      <a:pt x="0" y="524"/>
                      <a:pt x="0" y="524"/>
                      <a:pt x="0" y="524"/>
                    </a:cubicBezTo>
                    <a:cubicBezTo>
                      <a:pt x="0" y="531"/>
                      <a:pt x="14" y="532"/>
                      <a:pt x="21" y="540"/>
                    </a:cubicBezTo>
                    <a:close/>
                    <a:moveTo>
                      <a:pt x="31" y="516"/>
                    </a:moveTo>
                    <a:cubicBezTo>
                      <a:pt x="32" y="516"/>
                      <a:pt x="32" y="516"/>
                      <a:pt x="32" y="516"/>
                    </a:cubicBezTo>
                    <a:cubicBezTo>
                      <a:pt x="36" y="516"/>
                      <a:pt x="44" y="517"/>
                      <a:pt x="44" y="521"/>
                    </a:cubicBezTo>
                    <a:cubicBezTo>
                      <a:pt x="44" y="523"/>
                      <a:pt x="37" y="528"/>
                      <a:pt x="34" y="528"/>
                    </a:cubicBezTo>
                    <a:cubicBezTo>
                      <a:pt x="29" y="528"/>
                      <a:pt x="25" y="527"/>
                      <a:pt x="25" y="522"/>
                    </a:cubicBezTo>
                    <a:cubicBezTo>
                      <a:pt x="25" y="519"/>
                      <a:pt x="27" y="516"/>
                      <a:pt x="31" y="5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39" name="îŝḷíďe"/>
              <p:cNvSpPr/>
              <p:nvPr/>
            </p:nvSpPr>
            <p:spPr bwMode="auto">
              <a:xfrm>
                <a:off x="1606550" y="1847850"/>
                <a:ext cx="306388" cy="323850"/>
              </a:xfrm>
              <a:custGeom>
                <a:avLst/>
                <a:gdLst>
                  <a:gd name="T0" fmla="*/ 23 w 93"/>
                  <a:gd name="T1" fmla="*/ 98 h 98"/>
                  <a:gd name="T2" fmla="*/ 58 w 93"/>
                  <a:gd name="T3" fmla="*/ 62 h 98"/>
                  <a:gd name="T4" fmla="*/ 73 w 93"/>
                  <a:gd name="T5" fmla="*/ 44 h 98"/>
                  <a:gd name="T6" fmla="*/ 93 w 93"/>
                  <a:gd name="T7" fmla="*/ 28 h 98"/>
                  <a:gd name="T8" fmla="*/ 89 w 93"/>
                  <a:gd name="T9" fmla="*/ 23 h 98"/>
                  <a:gd name="T10" fmla="*/ 87 w 93"/>
                  <a:gd name="T11" fmla="*/ 23 h 98"/>
                  <a:gd name="T12" fmla="*/ 51 w 93"/>
                  <a:gd name="T13" fmla="*/ 49 h 98"/>
                  <a:gd name="T14" fmla="*/ 38 w 93"/>
                  <a:gd name="T15" fmla="*/ 34 h 98"/>
                  <a:gd name="T16" fmla="*/ 51 w 93"/>
                  <a:gd name="T17" fmla="*/ 10 h 98"/>
                  <a:gd name="T18" fmla="*/ 32 w 93"/>
                  <a:gd name="T19" fmla="*/ 25 h 98"/>
                  <a:gd name="T20" fmla="*/ 13 w 93"/>
                  <a:gd name="T21" fmla="*/ 0 h 98"/>
                  <a:gd name="T22" fmla="*/ 8 w 93"/>
                  <a:gd name="T23" fmla="*/ 0 h 98"/>
                  <a:gd name="T24" fmla="*/ 0 w 93"/>
                  <a:gd name="T25" fmla="*/ 7 h 98"/>
                  <a:gd name="T26" fmla="*/ 43 w 93"/>
                  <a:gd name="T27" fmla="*/ 65 h 98"/>
                  <a:gd name="T28" fmla="*/ 23 w 93"/>
                  <a:gd name="T29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93" h="98">
                    <a:moveTo>
                      <a:pt x="23" y="98"/>
                    </a:moveTo>
                    <a:cubicBezTo>
                      <a:pt x="38" y="97"/>
                      <a:pt x="47" y="73"/>
                      <a:pt x="58" y="62"/>
                    </a:cubicBezTo>
                    <a:cubicBezTo>
                      <a:pt x="63" y="57"/>
                      <a:pt x="67" y="51"/>
                      <a:pt x="73" y="44"/>
                    </a:cubicBezTo>
                    <a:cubicBezTo>
                      <a:pt x="80" y="37"/>
                      <a:pt x="93" y="39"/>
                      <a:pt x="93" y="28"/>
                    </a:cubicBezTo>
                    <a:cubicBezTo>
                      <a:pt x="93" y="24"/>
                      <a:pt x="92" y="23"/>
                      <a:pt x="89" y="23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72" y="23"/>
                      <a:pt x="58" y="39"/>
                      <a:pt x="51" y="49"/>
                    </a:cubicBezTo>
                    <a:cubicBezTo>
                      <a:pt x="50" y="47"/>
                      <a:pt x="38" y="35"/>
                      <a:pt x="38" y="34"/>
                    </a:cubicBezTo>
                    <a:cubicBezTo>
                      <a:pt x="38" y="28"/>
                      <a:pt x="54" y="17"/>
                      <a:pt x="51" y="10"/>
                    </a:cubicBezTo>
                    <a:cubicBezTo>
                      <a:pt x="47" y="2"/>
                      <a:pt x="34" y="17"/>
                      <a:pt x="32" y="25"/>
                    </a:cubicBezTo>
                    <a:cubicBezTo>
                      <a:pt x="25" y="20"/>
                      <a:pt x="19" y="0"/>
                      <a:pt x="13" y="0"/>
                    </a:cubicBezTo>
                    <a:cubicBezTo>
                      <a:pt x="8" y="0"/>
                      <a:pt x="8" y="0"/>
                      <a:pt x="8" y="0"/>
                    </a:cubicBezTo>
                    <a:cubicBezTo>
                      <a:pt x="5" y="0"/>
                      <a:pt x="0" y="6"/>
                      <a:pt x="0" y="7"/>
                    </a:cubicBezTo>
                    <a:cubicBezTo>
                      <a:pt x="0" y="15"/>
                      <a:pt x="36" y="56"/>
                      <a:pt x="43" y="65"/>
                    </a:cubicBezTo>
                    <a:cubicBezTo>
                      <a:pt x="37" y="74"/>
                      <a:pt x="24" y="81"/>
                      <a:pt x="23" y="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0" name="ïšḻide"/>
              <p:cNvSpPr/>
              <p:nvPr/>
            </p:nvSpPr>
            <p:spPr bwMode="auto">
              <a:xfrm>
                <a:off x="3387725" y="1871663"/>
                <a:ext cx="285750" cy="171450"/>
              </a:xfrm>
              <a:custGeom>
                <a:avLst/>
                <a:gdLst>
                  <a:gd name="T0" fmla="*/ 6 w 87"/>
                  <a:gd name="T1" fmla="*/ 18 h 52"/>
                  <a:gd name="T2" fmla="*/ 7 w 87"/>
                  <a:gd name="T3" fmla="*/ 18 h 52"/>
                  <a:gd name="T4" fmla="*/ 21 w 87"/>
                  <a:gd name="T5" fmla="*/ 10 h 52"/>
                  <a:gd name="T6" fmla="*/ 49 w 87"/>
                  <a:gd name="T7" fmla="*/ 25 h 52"/>
                  <a:gd name="T8" fmla="*/ 77 w 87"/>
                  <a:gd name="T9" fmla="*/ 41 h 52"/>
                  <a:gd name="T10" fmla="*/ 66 w 87"/>
                  <a:gd name="T11" fmla="*/ 42 h 52"/>
                  <a:gd name="T12" fmla="*/ 80 w 87"/>
                  <a:gd name="T13" fmla="*/ 52 h 52"/>
                  <a:gd name="T14" fmla="*/ 87 w 87"/>
                  <a:gd name="T15" fmla="*/ 46 h 52"/>
                  <a:gd name="T16" fmla="*/ 25 w 87"/>
                  <a:gd name="T17" fmla="*/ 9 h 52"/>
                  <a:gd name="T18" fmla="*/ 31 w 87"/>
                  <a:gd name="T19" fmla="*/ 2 h 52"/>
                  <a:gd name="T20" fmla="*/ 26 w 87"/>
                  <a:gd name="T21" fmla="*/ 0 h 52"/>
                  <a:gd name="T22" fmla="*/ 23 w 87"/>
                  <a:gd name="T23" fmla="*/ 0 h 52"/>
                  <a:gd name="T24" fmla="*/ 0 w 87"/>
                  <a:gd name="T25" fmla="*/ 12 h 52"/>
                  <a:gd name="T26" fmla="*/ 6 w 87"/>
                  <a:gd name="T27" fmla="*/ 18 h 5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87" h="52">
                    <a:moveTo>
                      <a:pt x="6" y="18"/>
                    </a:moveTo>
                    <a:cubicBezTo>
                      <a:pt x="7" y="18"/>
                      <a:pt x="7" y="18"/>
                      <a:pt x="7" y="18"/>
                    </a:cubicBezTo>
                    <a:cubicBezTo>
                      <a:pt x="13" y="18"/>
                      <a:pt x="13" y="10"/>
                      <a:pt x="21" y="10"/>
                    </a:cubicBezTo>
                    <a:cubicBezTo>
                      <a:pt x="21" y="10"/>
                      <a:pt x="43" y="24"/>
                      <a:pt x="49" y="25"/>
                    </a:cubicBezTo>
                    <a:cubicBezTo>
                      <a:pt x="60" y="28"/>
                      <a:pt x="71" y="32"/>
                      <a:pt x="77" y="41"/>
                    </a:cubicBezTo>
                    <a:cubicBezTo>
                      <a:pt x="66" y="42"/>
                      <a:pt x="66" y="42"/>
                      <a:pt x="66" y="42"/>
                    </a:cubicBezTo>
                    <a:cubicBezTo>
                      <a:pt x="68" y="44"/>
                      <a:pt x="78" y="52"/>
                      <a:pt x="80" y="52"/>
                    </a:cubicBezTo>
                    <a:cubicBezTo>
                      <a:pt x="83" y="52"/>
                      <a:pt x="87" y="48"/>
                      <a:pt x="87" y="46"/>
                    </a:cubicBezTo>
                    <a:cubicBezTo>
                      <a:pt x="87" y="26"/>
                      <a:pt x="43" y="13"/>
                      <a:pt x="25" y="9"/>
                    </a:cubicBezTo>
                    <a:cubicBezTo>
                      <a:pt x="31" y="2"/>
                      <a:pt x="31" y="2"/>
                      <a:pt x="31" y="2"/>
                    </a:cubicBezTo>
                    <a:cubicBezTo>
                      <a:pt x="29" y="0"/>
                      <a:pt x="29" y="0"/>
                      <a:pt x="26" y="0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8" y="0"/>
                      <a:pt x="0" y="5"/>
                      <a:pt x="0" y="12"/>
                    </a:cubicBezTo>
                    <a:cubicBezTo>
                      <a:pt x="0" y="15"/>
                      <a:pt x="2" y="18"/>
                      <a:pt x="6" y="1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1" name="î$lïḋè"/>
              <p:cNvSpPr/>
              <p:nvPr/>
            </p:nvSpPr>
            <p:spPr bwMode="auto">
              <a:xfrm>
                <a:off x="3519488" y="1828800"/>
                <a:ext cx="92075" cy="76200"/>
              </a:xfrm>
              <a:custGeom>
                <a:avLst/>
                <a:gdLst>
                  <a:gd name="T0" fmla="*/ 28 w 28"/>
                  <a:gd name="T1" fmla="*/ 12 h 23"/>
                  <a:gd name="T2" fmla="*/ 28 w 28"/>
                  <a:gd name="T3" fmla="*/ 9 h 23"/>
                  <a:gd name="T4" fmla="*/ 21 w 28"/>
                  <a:gd name="T5" fmla="*/ 9 h 23"/>
                  <a:gd name="T6" fmla="*/ 21 w 28"/>
                  <a:gd name="T7" fmla="*/ 4 h 23"/>
                  <a:gd name="T8" fmla="*/ 16 w 28"/>
                  <a:gd name="T9" fmla="*/ 0 h 23"/>
                  <a:gd name="T10" fmla="*/ 15 w 28"/>
                  <a:gd name="T11" fmla="*/ 0 h 23"/>
                  <a:gd name="T12" fmla="*/ 0 w 28"/>
                  <a:gd name="T13" fmla="*/ 17 h 23"/>
                  <a:gd name="T14" fmla="*/ 0 w 28"/>
                  <a:gd name="T15" fmla="*/ 23 h 23"/>
                  <a:gd name="T16" fmla="*/ 28 w 28"/>
                  <a:gd name="T17" fmla="*/ 12 h 2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8" h="23">
                    <a:moveTo>
                      <a:pt x="28" y="12"/>
                    </a:moveTo>
                    <a:cubicBezTo>
                      <a:pt x="28" y="9"/>
                      <a:pt x="28" y="9"/>
                      <a:pt x="28" y="9"/>
                    </a:cubicBezTo>
                    <a:cubicBezTo>
                      <a:pt x="21" y="9"/>
                      <a:pt x="21" y="9"/>
                      <a:pt x="21" y="9"/>
                    </a:cubicBezTo>
                    <a:cubicBezTo>
                      <a:pt x="21" y="4"/>
                      <a:pt x="21" y="4"/>
                      <a:pt x="21" y="4"/>
                    </a:cubicBezTo>
                    <a:cubicBezTo>
                      <a:pt x="21" y="1"/>
                      <a:pt x="20" y="0"/>
                      <a:pt x="16" y="0"/>
                    </a:cubicBezTo>
                    <a:cubicBezTo>
                      <a:pt x="15" y="0"/>
                      <a:pt x="15" y="0"/>
                      <a:pt x="15" y="0"/>
                    </a:cubicBezTo>
                    <a:cubicBezTo>
                      <a:pt x="9" y="0"/>
                      <a:pt x="0" y="11"/>
                      <a:pt x="0" y="17"/>
                    </a:cubicBezTo>
                    <a:cubicBezTo>
                      <a:pt x="0" y="23"/>
                      <a:pt x="0" y="23"/>
                      <a:pt x="0" y="23"/>
                    </a:cubicBezTo>
                    <a:cubicBezTo>
                      <a:pt x="18" y="23"/>
                      <a:pt x="9" y="12"/>
                      <a:pt x="28" y="12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  <p:sp>
            <p:nvSpPr>
              <p:cNvPr id="342" name="isḻïḑê"/>
              <p:cNvSpPr/>
              <p:nvPr/>
            </p:nvSpPr>
            <p:spPr bwMode="auto">
              <a:xfrm>
                <a:off x="2741613" y="1498600"/>
                <a:ext cx="273050" cy="373063"/>
              </a:xfrm>
              <a:custGeom>
                <a:avLst/>
                <a:gdLst>
                  <a:gd name="T0" fmla="*/ 46 w 83"/>
                  <a:gd name="T1" fmla="*/ 68 h 113"/>
                  <a:gd name="T2" fmla="*/ 83 w 83"/>
                  <a:gd name="T3" fmla="*/ 113 h 113"/>
                  <a:gd name="T4" fmla="*/ 65 w 83"/>
                  <a:gd name="T5" fmla="*/ 88 h 113"/>
                  <a:gd name="T6" fmla="*/ 50 w 83"/>
                  <a:gd name="T7" fmla="*/ 58 h 113"/>
                  <a:gd name="T8" fmla="*/ 61 w 83"/>
                  <a:gd name="T9" fmla="*/ 49 h 113"/>
                  <a:gd name="T10" fmla="*/ 62 w 83"/>
                  <a:gd name="T11" fmla="*/ 49 h 113"/>
                  <a:gd name="T12" fmla="*/ 74 w 83"/>
                  <a:gd name="T13" fmla="*/ 51 h 113"/>
                  <a:gd name="T14" fmla="*/ 80 w 83"/>
                  <a:gd name="T15" fmla="*/ 45 h 113"/>
                  <a:gd name="T16" fmla="*/ 74 w 83"/>
                  <a:gd name="T17" fmla="*/ 37 h 113"/>
                  <a:gd name="T18" fmla="*/ 62 w 83"/>
                  <a:gd name="T19" fmla="*/ 39 h 113"/>
                  <a:gd name="T20" fmla="*/ 71 w 83"/>
                  <a:gd name="T21" fmla="*/ 12 h 113"/>
                  <a:gd name="T22" fmla="*/ 71 w 83"/>
                  <a:gd name="T23" fmla="*/ 8 h 113"/>
                  <a:gd name="T24" fmla="*/ 65 w 83"/>
                  <a:gd name="T25" fmla="*/ 0 h 113"/>
                  <a:gd name="T26" fmla="*/ 61 w 83"/>
                  <a:gd name="T27" fmla="*/ 3 h 113"/>
                  <a:gd name="T28" fmla="*/ 53 w 83"/>
                  <a:gd name="T29" fmla="*/ 31 h 113"/>
                  <a:gd name="T30" fmla="*/ 39 w 83"/>
                  <a:gd name="T31" fmla="*/ 41 h 113"/>
                  <a:gd name="T32" fmla="*/ 18 w 83"/>
                  <a:gd name="T33" fmla="*/ 45 h 113"/>
                  <a:gd name="T34" fmla="*/ 24 w 83"/>
                  <a:gd name="T35" fmla="*/ 51 h 113"/>
                  <a:gd name="T36" fmla="*/ 44 w 83"/>
                  <a:gd name="T37" fmla="*/ 51 h 113"/>
                  <a:gd name="T38" fmla="*/ 0 w 83"/>
                  <a:gd name="T39" fmla="*/ 94 h 113"/>
                  <a:gd name="T40" fmla="*/ 46 w 83"/>
                  <a:gd name="T41" fmla="*/ 68 h 1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83" h="113">
                    <a:moveTo>
                      <a:pt x="46" y="68"/>
                    </a:moveTo>
                    <a:cubicBezTo>
                      <a:pt x="46" y="88"/>
                      <a:pt x="61" y="113"/>
                      <a:pt x="83" y="113"/>
                    </a:cubicBezTo>
                    <a:cubicBezTo>
                      <a:pt x="82" y="108"/>
                      <a:pt x="69" y="93"/>
                      <a:pt x="65" y="88"/>
                    </a:cubicBezTo>
                    <a:cubicBezTo>
                      <a:pt x="59" y="80"/>
                      <a:pt x="56" y="67"/>
                      <a:pt x="50" y="58"/>
                    </a:cubicBezTo>
                    <a:cubicBezTo>
                      <a:pt x="52" y="55"/>
                      <a:pt x="57" y="49"/>
                      <a:pt x="61" y="49"/>
                    </a:cubicBezTo>
                    <a:cubicBezTo>
                      <a:pt x="62" y="49"/>
                      <a:pt x="62" y="49"/>
                      <a:pt x="62" y="49"/>
                    </a:cubicBezTo>
                    <a:cubicBezTo>
                      <a:pt x="74" y="51"/>
                      <a:pt x="74" y="51"/>
                      <a:pt x="74" y="51"/>
                    </a:cubicBezTo>
                    <a:cubicBezTo>
                      <a:pt x="76" y="50"/>
                      <a:pt x="80" y="47"/>
                      <a:pt x="80" y="45"/>
                    </a:cubicBezTo>
                    <a:cubicBezTo>
                      <a:pt x="80" y="41"/>
                      <a:pt x="77" y="39"/>
                      <a:pt x="74" y="37"/>
                    </a:cubicBezTo>
                    <a:cubicBezTo>
                      <a:pt x="62" y="39"/>
                      <a:pt x="62" y="39"/>
                      <a:pt x="62" y="39"/>
                    </a:cubicBezTo>
                    <a:cubicBezTo>
                      <a:pt x="63" y="29"/>
                      <a:pt x="71" y="18"/>
                      <a:pt x="71" y="12"/>
                    </a:cubicBezTo>
                    <a:cubicBezTo>
                      <a:pt x="71" y="8"/>
                      <a:pt x="71" y="8"/>
                      <a:pt x="71" y="8"/>
                    </a:cubicBezTo>
                    <a:cubicBezTo>
                      <a:pt x="71" y="5"/>
                      <a:pt x="67" y="0"/>
                      <a:pt x="65" y="0"/>
                    </a:cubicBezTo>
                    <a:cubicBezTo>
                      <a:pt x="63" y="0"/>
                      <a:pt x="61" y="1"/>
                      <a:pt x="61" y="3"/>
                    </a:cubicBezTo>
                    <a:cubicBezTo>
                      <a:pt x="61" y="18"/>
                      <a:pt x="65" y="24"/>
                      <a:pt x="53" y="31"/>
                    </a:cubicBezTo>
                    <a:cubicBezTo>
                      <a:pt x="53" y="45"/>
                      <a:pt x="51" y="39"/>
                      <a:pt x="39" y="41"/>
                    </a:cubicBezTo>
                    <a:cubicBezTo>
                      <a:pt x="36" y="41"/>
                      <a:pt x="18" y="41"/>
                      <a:pt x="18" y="45"/>
                    </a:cubicBezTo>
                    <a:cubicBezTo>
                      <a:pt x="18" y="48"/>
                      <a:pt x="20" y="51"/>
                      <a:pt x="24" y="51"/>
                    </a:cubicBezTo>
                    <a:cubicBezTo>
                      <a:pt x="44" y="51"/>
                      <a:pt x="44" y="51"/>
                      <a:pt x="44" y="51"/>
                    </a:cubicBezTo>
                    <a:cubicBezTo>
                      <a:pt x="39" y="70"/>
                      <a:pt x="5" y="86"/>
                      <a:pt x="0" y="94"/>
                    </a:cubicBezTo>
                    <a:cubicBezTo>
                      <a:pt x="32" y="94"/>
                      <a:pt x="31" y="72"/>
                      <a:pt x="46" y="6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solidFill>
                    <a:srgbClr val="F5C87C"/>
                  </a:solidFill>
                  <a:cs typeface="微软雅黑" panose="020B0502040204020203" charset="-122"/>
                </a:endParaRPr>
              </a:p>
            </p:txBody>
          </p:sp>
        </p:grpSp>
      </p:grpSp>
      <p:sp>
        <p:nvSpPr>
          <p:cNvPr id="70" name="TextBox 1">
            <a:extLst>
              <a:ext uri="{FF2B5EF4-FFF2-40B4-BE49-F238E27FC236}">
                <a16:creationId xmlns:a16="http://schemas.microsoft.com/office/drawing/2014/main" id="{E674CE22-EE46-46FB-8213-003B23FE67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4130" y="1794759"/>
            <a:ext cx="7704856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  <a:ea typeface="ＭＳ Ｐゴシック" charset="0"/>
              </a:defRPr>
            </a:lvl9pPr>
          </a:lstStyle>
          <a:p>
            <a:pPr algn="ctr" eaLnBrk="1" hangingPunct="1"/>
            <a:r>
              <a:rPr lang="zh-CN" altLang="en-US" sz="6000" b="1" dirty="0">
                <a:ln w="38100">
                  <a:noFill/>
                </a:ln>
                <a:gradFill>
                  <a:gsLst>
                    <a:gs pos="0">
                      <a:srgbClr val="F6E0CB">
                        <a:lumMod val="30000"/>
                        <a:lumOff val="70000"/>
                      </a:srgbClr>
                    </a:gs>
                    <a:gs pos="100000">
                      <a:srgbClr val="E29B60"/>
                    </a:gs>
                  </a:gsLst>
                  <a:lin ang="5400000" scaled="1"/>
                </a:gradFill>
                <a:latin typeface="微软雅黑" panose="020B0502040204020203" charset="-122"/>
                <a:ea typeface="微软雅黑" panose="020B0502040204020203" charset="-122"/>
              </a:rPr>
              <a:t>谢谢！</a:t>
            </a:r>
            <a:endParaRPr lang="en-US" altLang="zh-CN" sz="6000" b="1" dirty="0">
              <a:ln w="38100">
                <a:noFill/>
              </a:ln>
              <a:gradFill>
                <a:gsLst>
                  <a:gs pos="0">
                    <a:srgbClr val="F6E0CB">
                      <a:lumMod val="30000"/>
                      <a:lumOff val="70000"/>
                    </a:srgbClr>
                  </a:gs>
                  <a:gs pos="100000">
                    <a:srgbClr val="E29B60"/>
                  </a:gs>
                </a:gsLst>
                <a:lin ang="5400000" scaled="1"/>
              </a:gradFill>
              <a:latin typeface="微软雅黑" panose="020B0502040204020203" charset="-122"/>
              <a:ea typeface="微软雅黑" panose="020B0502040204020203" charset="-122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725BEE42-6080-44B6-886F-D403D4F72BF9}"/>
              </a:ext>
            </a:extLst>
          </p:cNvPr>
          <p:cNvSpPr txBox="1"/>
          <p:nvPr/>
        </p:nvSpPr>
        <p:spPr>
          <a:xfrm>
            <a:off x="8614813" y="546616"/>
            <a:ext cx="231550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b="1" dirty="0">
                <a:ln w="38100">
                  <a:noFill/>
                </a:ln>
                <a:gradFill>
                  <a:gsLst>
                    <a:gs pos="0">
                      <a:srgbClr val="F6E0CB">
                        <a:lumMod val="30000"/>
                        <a:lumOff val="70000"/>
                      </a:srgbClr>
                    </a:gs>
                    <a:gs pos="100000">
                      <a:srgbClr val="E29B60"/>
                    </a:gs>
                  </a:gsLst>
                  <a:lin ang="5400000" scaled="1"/>
                </a:gradFill>
                <a:effectLst/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百年上大  红色传承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810C69C9-CCD7-FEB7-1701-5A96CC86BC26}"/>
              </a:ext>
            </a:extLst>
          </p:cNvPr>
          <p:cNvSpPr txBox="1"/>
          <p:nvPr/>
        </p:nvSpPr>
        <p:spPr>
          <a:xfrm>
            <a:off x="3575720" y="3933056"/>
            <a:ext cx="5976664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组长：陈江越</a:t>
            </a:r>
            <a:endParaRPr lang="en-US" altLang="zh-CN" sz="2800" b="1" dirty="0">
              <a:solidFill>
                <a:schemeClr val="bg1"/>
              </a:solidFill>
              <a:latin typeface="微软雅黑" panose="020B0502040204020203" charset="-122"/>
              <a:ea typeface="微软雅黑" panose="020B0502040204020203" charset="-122"/>
              <a:cs typeface="微软雅黑" panose="020B0502040204020203" charset="-122"/>
            </a:endParaRPr>
          </a:p>
          <a:p>
            <a:pPr>
              <a:spcBef>
                <a:spcPts val="1200"/>
              </a:spcBef>
            </a:pPr>
            <a:r>
              <a:rPr lang="zh-CN" altLang="en-US" sz="2800" b="1" dirty="0">
                <a:solidFill>
                  <a:schemeClr val="bg1"/>
                </a:solidFill>
                <a:latin typeface="微软雅黑" panose="020B0502040204020203" charset="-122"/>
                <a:ea typeface="微软雅黑" panose="020B0502040204020203" charset="-122"/>
                <a:cs typeface="微软雅黑" panose="020B0502040204020203" charset="-122"/>
              </a:rPr>
              <a:t>组员：顾博崴 邱添 沈熠恺 吴凯</a:t>
            </a: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DOCER_TEMPLATE_OPEN_ONCE_MARK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4137784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4145624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414584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4146072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4146296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4148088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413711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11"/>
  <p:tag name="REFSHAPE" val="10555317414876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9"/>
  <p:tag name="REFSHAPE" val="105553174140248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414540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4145176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4144952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7"/>
  <p:tag name="REFSHAPE" val="10555317414428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8"/>
  <p:tag name="REFSHAPE" val="10555317415032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4150776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415100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4167384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4165368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416604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4165816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4166936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4167160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4165144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4166264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4166488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4687640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4687416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7"/>
  <p:tag name="REFSHAPE" val="105553174684056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4691448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4680472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4679128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469010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4689880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7"/>
  <p:tag name="REFSHAPE" val="105553174684952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8"/>
  <p:tag name="REFSHAPE" val="105553173966520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9"/>
  <p:tag name="REFSHAPE" val="105553173966296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3966072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3965848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3965624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3965400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3965176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395554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3955320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3959128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3964280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73964056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73969432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73969656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7"/>
  <p:tag name="REFSHAPE" val="10555317396988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73970104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73970328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67412920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67405304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67403288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7"/>
  <p:tag name="REFSHAPE" val="105553167415384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6762815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67571608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67548024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67546008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67543096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2"/>
  <p:tag name="REFSHAPE" val="105553167431768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3"/>
  <p:tag name="REFSHAPE" val="10555316745557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4"/>
  <p:tag name="REFSHAPE" val="105553167489688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5"/>
  <p:tag name="REFSHAPE" val="105553167498872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_OLD_SHAPE_ID" val="6"/>
  <p:tag name="REFSHAPE" val="105553167482968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b86b897-7041-40d4-b8ad-d7fb155c3b31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PECIAL_SOURCE" val="bdnul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  <p:tag name="KSO_WM_SPECIAL_SOURCE" val="bdnul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7b86b897-7041-40d4-b8ad-d7fb155c3b31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自定义 660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BC3523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 Light"/>
        <a:ea typeface=""/>
        <a:cs typeface=""/>
        <a:font script="Jpan" typeface="游ゴシック Light"/>
        <a:font script="Hang" typeface="맑은 고딕"/>
        <a:font script="Hans" typeface="微软雅黑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 Light"/>
        <a:ea typeface=""/>
        <a:cs typeface=""/>
        <a:font script="Jpan" typeface="游ゴシック"/>
        <a:font script="Hang" typeface="맑은 고딕"/>
        <a:font script="Hans" typeface="微软雅黑 Light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 Light"/>
        <a:ea typeface=""/>
        <a:cs typeface=""/>
        <a:font script="Jpan" typeface="游ゴシック Light"/>
        <a:font script="Hang" typeface="맑은 고딕"/>
        <a:font script="Hans" typeface="微软雅黑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 Light"/>
        <a:ea typeface=""/>
        <a:cs typeface=""/>
        <a:font script="Jpan" typeface="游ゴシック"/>
        <a:font script="Hang" typeface="맑은 고딕"/>
        <a:font script="Hans" typeface="微软雅黑 Light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2答辩红">
      <a:dk1>
        <a:sysClr val="windowText" lastClr="000000"/>
      </a:dk1>
      <a:lt1>
        <a:sysClr val="window" lastClr="FFFFFF"/>
      </a:lt1>
      <a:dk2>
        <a:srgbClr val="EEF2F5"/>
      </a:dk2>
      <a:lt2>
        <a:srgbClr val="E7E6E6"/>
      </a:lt2>
      <a:accent1>
        <a:srgbClr val="992A2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00"/>
      </a:hlink>
      <a:folHlink>
        <a:srgbClr val="954F72"/>
      </a:folHlink>
    </a:clrScheme>
    <a:fontScheme name="标准5-3">
      <a:majorFont>
        <a:latin typeface="微软雅黑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 Light"/>
        <a:ea typeface=""/>
        <a:cs typeface=""/>
        <a:font script="Jpan" typeface="ＭＳ Ｐゴシック"/>
        <a:font script="Hang" typeface="맑은 고딕"/>
        <a:font script="Hans" typeface="微软雅黑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 Light"/>
        <a:ea typeface=""/>
        <a:cs typeface=""/>
        <a:font script="Jpan" typeface="ＭＳ Ｐゴシック"/>
        <a:font script="Hang" typeface="맑은 고딕"/>
        <a:font script="Hans" typeface="微软雅黑 Light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 Light"/>
        <a:ea typeface=""/>
        <a:cs typeface=""/>
        <a:font script="Jpan" typeface="ＭＳ Ｐゴシック"/>
        <a:font script="Hang" typeface="맑은 고딕"/>
        <a:font script="Hans" typeface="微软雅黑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 Light"/>
        <a:ea typeface=""/>
        <a:cs typeface=""/>
        <a:font script="Jpan" typeface="ＭＳ Ｐゴシック"/>
        <a:font script="Hang" typeface="맑은 고딕"/>
        <a:font script="Hans" typeface="微软雅黑 Light"/>
        <a:font script="Hant" typeface="新細明體"/>
        <a:font script="Arab" typeface="微软雅黑"/>
        <a:font script="Hebr" typeface="微软雅黑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微软雅黑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2953</TotalTime>
  <Words>516</Words>
  <Application>Microsoft Office PowerPoint</Application>
  <PresentationFormat>宽屏</PresentationFormat>
  <Paragraphs>87</Paragraphs>
  <Slides>9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9</vt:i4>
      </vt:variant>
    </vt:vector>
  </HeadingPairs>
  <TitlesOfParts>
    <vt:vector size="19" baseType="lpstr">
      <vt:lpstr>微软雅黑</vt:lpstr>
      <vt:lpstr>微软雅黑 Light</vt:lpstr>
      <vt:lpstr>Arial</vt:lpstr>
      <vt:lpstr>Broadway</vt:lpstr>
      <vt:lpstr>Times New Roman</vt:lpstr>
      <vt:lpstr>Wingdings</vt:lpstr>
      <vt:lpstr>Office 主题​​</vt:lpstr>
      <vt:lpstr>2_Office 主题​​</vt:lpstr>
      <vt:lpstr>3_Office 主题​​</vt:lpstr>
      <vt:lpstr>Office 主题</vt:lpstr>
      <vt:lpstr>PowerPoint 演示文稿</vt:lpstr>
      <vt:lpstr>PowerPoint 演示文稿</vt:lpstr>
      <vt:lpstr>PowerPoint 演示文稿</vt:lpstr>
      <vt:lpstr>采用知识点</vt:lpstr>
      <vt:lpstr>采用知识点</vt:lpstr>
      <vt:lpstr>采用知识点</vt:lpstr>
      <vt:lpstr>PowerPoint 演示文稿</vt:lpstr>
      <vt:lpstr>组员分工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Guobing Zou</dc:creator>
  <cp:lastModifiedBy>M19443</cp:lastModifiedBy>
  <cp:revision>740</cp:revision>
  <dcterms:created xsi:type="dcterms:W3CDTF">2022-01-27T07:12:05Z</dcterms:created>
  <dcterms:modified xsi:type="dcterms:W3CDTF">2025-11-19T09:18:55Z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2052-3.8.1.6116</vt:lpwstr>
  </property>
  <property fmtid="{D5CDD505-2E9C-101B-9397-08002B2CF9AE}" pid="3" name="ICV">
    <vt:lpwstr>5715C11BB56A42DD92D7CD89DCA39BB6</vt:lpwstr>
  </property>
</Properties>
</file>